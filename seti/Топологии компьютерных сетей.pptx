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2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53467" y="1349917"/>
            <a:ext cx="8334800" cy="209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096000" y="4962084"/>
            <a:ext cx="51424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6144667"/>
            <a:ext cx="12192000" cy="71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" name="Google Shape;13;p2"/>
          <p:cNvGrpSpPr/>
          <p:nvPr/>
        </p:nvGrpSpPr>
        <p:grpSpPr>
          <a:xfrm>
            <a:off x="11733852" y="-11266"/>
            <a:ext cx="17" cy="6869367"/>
            <a:chOff x="8800388" y="-8450"/>
            <a:chExt cx="13" cy="5152025"/>
          </a:xfrm>
        </p:grpSpPr>
        <p:cxnSp>
          <p:nvCxnSpPr>
            <p:cNvPr id="14" name="Google Shape;14;p2"/>
            <p:cNvCxnSpPr/>
            <p:nvPr/>
          </p:nvCxnSpPr>
          <p:spPr>
            <a:xfrm rot="10800000">
              <a:off x="8800400" y="-8450"/>
              <a:ext cx="0" cy="4616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800388" y="4608975"/>
              <a:ext cx="0" cy="5346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" name="Google Shape;16;p2"/>
          <p:cNvGrpSpPr/>
          <p:nvPr/>
        </p:nvGrpSpPr>
        <p:grpSpPr>
          <a:xfrm>
            <a:off x="427967" y="6311300"/>
            <a:ext cx="525500" cy="362400"/>
            <a:chOff x="215225" y="4734875"/>
            <a:chExt cx="394125" cy="271800"/>
          </a:xfrm>
        </p:grpSpPr>
        <p:sp>
          <p:nvSpPr>
            <p:cNvPr id="17" name="Google Shape;17;p2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379816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0" y="1971667"/>
            <a:ext cx="12192000" cy="488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3"/>
          <p:cNvGrpSpPr/>
          <p:nvPr/>
        </p:nvGrpSpPr>
        <p:grpSpPr>
          <a:xfrm>
            <a:off x="427967" y="6318977"/>
            <a:ext cx="525500" cy="362400"/>
            <a:chOff x="215225" y="4734875"/>
            <a:chExt cx="394125" cy="271800"/>
          </a:xfrm>
        </p:grpSpPr>
        <p:sp>
          <p:nvSpPr>
            <p:cNvPr id="23" name="Google Shape;23;p3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" name="Google Shape;25;p3"/>
          <p:cNvGrpSpPr/>
          <p:nvPr/>
        </p:nvGrpSpPr>
        <p:grpSpPr>
          <a:xfrm>
            <a:off x="11734600" y="-99"/>
            <a:ext cx="0" cy="6869700"/>
            <a:chOff x="8804325" y="-75"/>
            <a:chExt cx="0" cy="5152275"/>
          </a:xfrm>
        </p:grpSpPr>
        <p:cxnSp>
          <p:nvCxnSpPr>
            <p:cNvPr id="26" name="Google Shape;26;p3"/>
            <p:cNvCxnSpPr/>
            <p:nvPr/>
          </p:nvCxnSpPr>
          <p:spPr>
            <a:xfrm rot="10800000">
              <a:off x="8804325" y="1477500"/>
              <a:ext cx="0" cy="3674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3"/>
            <p:cNvCxnSpPr/>
            <p:nvPr/>
          </p:nvCxnSpPr>
          <p:spPr>
            <a:xfrm rot="10800000">
              <a:off x="8804325" y="-75"/>
              <a:ext cx="0" cy="1479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5980533" y="2412233"/>
            <a:ext cx="5258000" cy="13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66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2" hasCustomPrompt="1"/>
          </p:nvPr>
        </p:nvSpPr>
        <p:spPr>
          <a:xfrm>
            <a:off x="953467" y="713333"/>
            <a:ext cx="1490000" cy="125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597259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4" name="Google Shape;34;p4"/>
          <p:cNvSpPr/>
          <p:nvPr/>
        </p:nvSpPr>
        <p:spPr>
          <a:xfrm>
            <a:off x="11238533" y="100"/>
            <a:ext cx="9536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5" name="Google Shape;35;p4"/>
          <p:cNvGrpSpPr/>
          <p:nvPr/>
        </p:nvGrpSpPr>
        <p:grpSpPr>
          <a:xfrm rot="5400000">
            <a:off x="11452567" y="6086067"/>
            <a:ext cx="525500" cy="362400"/>
            <a:chOff x="215225" y="4734875"/>
            <a:chExt cx="394125" cy="271800"/>
          </a:xfrm>
        </p:grpSpPr>
        <p:sp>
          <p:nvSpPr>
            <p:cNvPr id="36" name="Google Shape;36;p4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8" name="Google Shape;38;p4"/>
          <p:cNvGrpSpPr/>
          <p:nvPr/>
        </p:nvGrpSpPr>
        <p:grpSpPr>
          <a:xfrm>
            <a:off x="1" y="-11033"/>
            <a:ext cx="12203100" cy="6871600"/>
            <a:chOff x="0" y="-8275"/>
            <a:chExt cx="9152325" cy="5153700"/>
          </a:xfrm>
        </p:grpSpPr>
        <p:cxnSp>
          <p:nvCxnSpPr>
            <p:cNvPr id="39" name="Google Shape;39;p4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40;p4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41;p4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331142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5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 flipH="1">
            <a:off x="2568" y="100"/>
            <a:ext cx="9536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5" name="Google Shape;45;p5"/>
          <p:cNvGrpSpPr/>
          <p:nvPr/>
        </p:nvGrpSpPr>
        <p:grpSpPr>
          <a:xfrm rot="-5400000" flipH="1">
            <a:off x="216422" y="3247820"/>
            <a:ext cx="525500" cy="362328"/>
            <a:chOff x="215225" y="4734875"/>
            <a:chExt cx="394125" cy="271800"/>
          </a:xfrm>
        </p:grpSpPr>
        <p:sp>
          <p:nvSpPr>
            <p:cNvPr id="46" name="Google Shape;46;p5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8" name="Google Shape;48;p5"/>
          <p:cNvGrpSpPr/>
          <p:nvPr/>
        </p:nvGrpSpPr>
        <p:grpSpPr>
          <a:xfrm>
            <a:off x="1298" y="-11167"/>
            <a:ext cx="12191652" cy="6870400"/>
            <a:chOff x="973" y="-8375"/>
            <a:chExt cx="9143739" cy="5152800"/>
          </a:xfrm>
        </p:grpSpPr>
        <p:cxnSp>
          <p:nvCxnSpPr>
            <p:cNvPr id="49" name="Google Shape;49;p5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1"/>
          </p:nvPr>
        </p:nvSpPr>
        <p:spPr>
          <a:xfrm>
            <a:off x="6564333" y="3229001"/>
            <a:ext cx="3340800" cy="20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2"/>
          </p:nvPr>
        </p:nvSpPr>
        <p:spPr>
          <a:xfrm>
            <a:off x="2287167" y="3229000"/>
            <a:ext cx="3340800" cy="20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3"/>
          </p:nvPr>
        </p:nvSpPr>
        <p:spPr>
          <a:xfrm>
            <a:off x="2287167" y="2362520"/>
            <a:ext cx="33408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4"/>
          </p:nvPr>
        </p:nvSpPr>
        <p:spPr>
          <a:xfrm>
            <a:off x="6564333" y="2362533"/>
            <a:ext cx="33408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44265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6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/>
          <p:nvPr/>
        </p:nvSpPr>
        <p:spPr>
          <a:xfrm>
            <a:off x="-167" y="-15900"/>
            <a:ext cx="12192000" cy="72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0" name="Google Shape;60;p6"/>
          <p:cNvGrpSpPr/>
          <p:nvPr/>
        </p:nvGrpSpPr>
        <p:grpSpPr>
          <a:xfrm>
            <a:off x="0" y="-19900"/>
            <a:ext cx="12202400" cy="6878000"/>
            <a:chOff x="0" y="-14925"/>
            <a:chExt cx="9151800" cy="5158500"/>
          </a:xfrm>
        </p:grpSpPr>
        <p:cxnSp>
          <p:nvCxnSpPr>
            <p:cNvPr id="61" name="Google Shape;61;p6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62;p6"/>
            <p:cNvCxnSpPr/>
            <p:nvPr/>
          </p:nvCxnSpPr>
          <p:spPr>
            <a:xfrm rot="10800000">
              <a:off x="343050" y="533475"/>
              <a:ext cx="0" cy="4610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63;p6"/>
            <p:cNvCxnSpPr/>
            <p:nvPr/>
          </p:nvCxnSpPr>
          <p:spPr>
            <a:xfrm rot="10800000">
              <a:off x="343050" y="-14925"/>
              <a:ext cx="0" cy="5493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4" name="Google Shape;64;p6"/>
          <p:cNvGrpSpPr/>
          <p:nvPr/>
        </p:nvGrpSpPr>
        <p:grpSpPr>
          <a:xfrm>
            <a:off x="11471851" y="165100"/>
            <a:ext cx="525500" cy="362400"/>
            <a:chOff x="215225" y="4734875"/>
            <a:chExt cx="394125" cy="271800"/>
          </a:xfrm>
        </p:grpSpPr>
        <p:sp>
          <p:nvSpPr>
            <p:cNvPr id="65" name="Google Shape;65;p6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02471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7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 txBox="1">
            <a:spLocks noGrp="1"/>
          </p:cNvSpPr>
          <p:nvPr>
            <p:ph type="title"/>
          </p:nvPr>
        </p:nvSpPr>
        <p:spPr>
          <a:xfrm>
            <a:off x="960000" y="1390400"/>
            <a:ext cx="5136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1"/>
          </p:nvPr>
        </p:nvSpPr>
        <p:spPr>
          <a:xfrm>
            <a:off x="960000" y="2154000"/>
            <a:ext cx="5136000" cy="33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2" name="Google Shape;72;p7"/>
          <p:cNvSpPr>
            <a:spLocks noGrp="1"/>
          </p:cNvSpPr>
          <p:nvPr>
            <p:ph type="pic" idx="2"/>
          </p:nvPr>
        </p:nvSpPr>
        <p:spPr>
          <a:xfrm>
            <a:off x="7073233" y="908500"/>
            <a:ext cx="4165200" cy="5040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7"/>
          <p:cNvSpPr/>
          <p:nvPr/>
        </p:nvSpPr>
        <p:spPr>
          <a:xfrm>
            <a:off x="0" y="6144667"/>
            <a:ext cx="12192000" cy="71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4" name="Google Shape;74;p7"/>
          <p:cNvGrpSpPr/>
          <p:nvPr/>
        </p:nvGrpSpPr>
        <p:grpSpPr>
          <a:xfrm>
            <a:off x="5833234" y="6320267"/>
            <a:ext cx="525500" cy="362400"/>
            <a:chOff x="215225" y="4734875"/>
            <a:chExt cx="394125" cy="271800"/>
          </a:xfrm>
        </p:grpSpPr>
        <p:sp>
          <p:nvSpPr>
            <p:cNvPr id="75" name="Google Shape;75;p7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7" name="Google Shape;77;p7"/>
          <p:cNvGrpSpPr/>
          <p:nvPr/>
        </p:nvGrpSpPr>
        <p:grpSpPr>
          <a:xfrm>
            <a:off x="-8404" y="-897"/>
            <a:ext cx="12227600" cy="6882133"/>
            <a:chOff x="-6303" y="-673"/>
            <a:chExt cx="9170700" cy="5161600"/>
          </a:xfrm>
        </p:grpSpPr>
        <p:grpSp>
          <p:nvGrpSpPr>
            <p:cNvPr id="78" name="Google Shape;78;p7"/>
            <p:cNvGrpSpPr/>
            <p:nvPr/>
          </p:nvGrpSpPr>
          <p:grpSpPr>
            <a:xfrm>
              <a:off x="8800938" y="-673"/>
              <a:ext cx="13" cy="5161600"/>
              <a:chOff x="8800938" y="-18025"/>
              <a:chExt cx="13" cy="5161600"/>
            </a:xfrm>
          </p:grpSpPr>
          <p:cxnSp>
            <p:nvCxnSpPr>
              <p:cNvPr id="79" name="Google Shape;79;p7"/>
              <p:cNvCxnSpPr/>
              <p:nvPr/>
            </p:nvCxnSpPr>
            <p:spPr>
              <a:xfrm rot="10800000">
                <a:off x="8800950" y="-18025"/>
                <a:ext cx="0" cy="461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" name="Google Shape;80;p7"/>
              <p:cNvCxnSpPr/>
              <p:nvPr/>
            </p:nvCxnSpPr>
            <p:spPr>
              <a:xfrm rot="10800000">
                <a:off x="8800938" y="4590975"/>
                <a:ext cx="0" cy="55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81" name="Google Shape;81;p7"/>
            <p:cNvCxnSpPr/>
            <p:nvPr/>
          </p:nvCxnSpPr>
          <p:spPr>
            <a:xfrm>
              <a:off x="-6303" y="251525"/>
              <a:ext cx="9170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960103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8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3632200" y="1742800"/>
            <a:ext cx="49276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5" name="Google Shape;85;p8"/>
          <p:cNvSpPr/>
          <p:nvPr/>
        </p:nvSpPr>
        <p:spPr>
          <a:xfrm flipH="1">
            <a:off x="2568" y="100"/>
            <a:ext cx="9536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6" name="Google Shape;86;p8"/>
          <p:cNvGrpSpPr/>
          <p:nvPr/>
        </p:nvGrpSpPr>
        <p:grpSpPr>
          <a:xfrm rot="-5400000" flipH="1">
            <a:off x="216422" y="3247820"/>
            <a:ext cx="525500" cy="362328"/>
            <a:chOff x="215225" y="4734875"/>
            <a:chExt cx="394125" cy="271800"/>
          </a:xfrm>
        </p:grpSpPr>
        <p:sp>
          <p:nvSpPr>
            <p:cNvPr id="87" name="Google Shape;87;p8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1298" y="-11167"/>
            <a:ext cx="12191652" cy="6870400"/>
            <a:chOff x="973" y="-8375"/>
            <a:chExt cx="9143739" cy="5152800"/>
          </a:xfrm>
        </p:grpSpPr>
        <p:cxnSp>
          <p:nvCxnSpPr>
            <p:cNvPr id="90" name="Google Shape;90;p8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" name="Google Shape;91;p8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" name="Google Shape;92;p8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650587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9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935800" y="2113165"/>
            <a:ext cx="63204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935900" y="3237235"/>
            <a:ext cx="6320400" cy="15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-167" y="-15900"/>
            <a:ext cx="12192000" cy="72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8" name="Google Shape;98;p9"/>
          <p:cNvGrpSpPr/>
          <p:nvPr/>
        </p:nvGrpSpPr>
        <p:grpSpPr>
          <a:xfrm>
            <a:off x="5833067" y="165100"/>
            <a:ext cx="525500" cy="362400"/>
            <a:chOff x="215225" y="4734875"/>
            <a:chExt cx="394125" cy="271800"/>
          </a:xfrm>
        </p:grpSpPr>
        <p:sp>
          <p:nvSpPr>
            <p:cNvPr id="99" name="Google Shape;99;p9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1" name="Google Shape;101;p9"/>
          <p:cNvGrpSpPr/>
          <p:nvPr/>
        </p:nvGrpSpPr>
        <p:grpSpPr>
          <a:xfrm>
            <a:off x="0" y="-15400"/>
            <a:ext cx="12202400" cy="6875967"/>
            <a:chOff x="0" y="-11550"/>
            <a:chExt cx="9151800" cy="5156975"/>
          </a:xfrm>
        </p:grpSpPr>
        <p:cxnSp>
          <p:nvCxnSpPr>
            <p:cNvPr id="102" name="Google Shape;102;p9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3" name="Google Shape;103;p9"/>
            <p:cNvGrpSpPr/>
            <p:nvPr/>
          </p:nvGrpSpPr>
          <p:grpSpPr>
            <a:xfrm>
              <a:off x="343300" y="-11550"/>
              <a:ext cx="0" cy="5156975"/>
              <a:chOff x="343300" y="-11550"/>
              <a:chExt cx="0" cy="5156975"/>
            </a:xfrm>
          </p:grpSpPr>
          <p:cxnSp>
            <p:nvCxnSpPr>
              <p:cNvPr id="104" name="Google Shape;104;p9"/>
              <p:cNvCxnSpPr/>
              <p:nvPr/>
            </p:nvCxnSpPr>
            <p:spPr>
              <a:xfrm rot="10800000">
                <a:off x="343300" y="533225"/>
                <a:ext cx="0" cy="461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9"/>
              <p:cNvCxnSpPr/>
              <p:nvPr/>
            </p:nvCxnSpPr>
            <p:spPr>
              <a:xfrm rot="10800000">
                <a:off x="343300" y="-11550"/>
                <a:ext cx="0" cy="54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1593827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>
            <a:spLocks noGrp="1"/>
          </p:cNvSpPr>
          <p:nvPr>
            <p:ph type="pic" idx="2"/>
          </p:nvPr>
        </p:nvSpPr>
        <p:spPr>
          <a:xfrm>
            <a:off x="-9167" y="0"/>
            <a:ext cx="12192000" cy="687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960000" y="5384000"/>
            <a:ext cx="10272000" cy="763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7530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1"/>
          <p:cNvSpPr/>
          <p:nvPr/>
        </p:nvSpPr>
        <p:spPr>
          <a:xfrm>
            <a:off x="0" y="0"/>
            <a:ext cx="12192000" cy="530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2" name="Google Shape;112;p11"/>
          <p:cNvGrpSpPr/>
          <p:nvPr/>
        </p:nvGrpSpPr>
        <p:grpSpPr>
          <a:xfrm rot="5400000">
            <a:off x="194634" y="2629328"/>
            <a:ext cx="525500" cy="362400"/>
            <a:chOff x="215225" y="4734875"/>
            <a:chExt cx="394125" cy="271800"/>
          </a:xfrm>
        </p:grpSpPr>
        <p:sp>
          <p:nvSpPr>
            <p:cNvPr id="113" name="Google Shape;113;p11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1733800" y="-33"/>
            <a:ext cx="800" cy="6869633"/>
            <a:chOff x="8803725" y="-25"/>
            <a:chExt cx="600" cy="5152225"/>
          </a:xfrm>
        </p:grpSpPr>
        <p:cxnSp>
          <p:nvCxnSpPr>
            <p:cNvPr id="116" name="Google Shape;116;p11"/>
            <p:cNvCxnSpPr/>
            <p:nvPr/>
          </p:nvCxnSpPr>
          <p:spPr>
            <a:xfrm rot="10800000">
              <a:off x="8803725" y="3979800"/>
              <a:ext cx="600" cy="1172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" name="Google Shape;117;p11"/>
            <p:cNvCxnSpPr/>
            <p:nvPr/>
          </p:nvCxnSpPr>
          <p:spPr>
            <a:xfrm rot="10800000">
              <a:off x="8804325" y="-25"/>
              <a:ext cx="0" cy="39786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8" name="Google Shape;118;p11"/>
          <p:cNvSpPr txBox="1">
            <a:spLocks noGrp="1"/>
          </p:cNvSpPr>
          <p:nvPr>
            <p:ph type="title" hasCustomPrompt="1"/>
          </p:nvPr>
        </p:nvSpPr>
        <p:spPr>
          <a:xfrm>
            <a:off x="2214600" y="1978933"/>
            <a:ext cx="7762800" cy="16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119" name="Google Shape;119;p11"/>
          <p:cNvSpPr txBox="1">
            <a:spLocks noGrp="1"/>
          </p:cNvSpPr>
          <p:nvPr>
            <p:ph type="subTitle" idx="1"/>
          </p:nvPr>
        </p:nvSpPr>
        <p:spPr>
          <a:xfrm>
            <a:off x="2214600" y="3642133"/>
            <a:ext cx="77628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81042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212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3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2" hasCustomPrompt="1"/>
          </p:nvPr>
        </p:nvSpPr>
        <p:spPr>
          <a:xfrm>
            <a:off x="960000" y="2372697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3" hasCustomPrompt="1"/>
          </p:nvPr>
        </p:nvSpPr>
        <p:spPr>
          <a:xfrm>
            <a:off x="960000" y="4283788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4" hasCustomPrompt="1"/>
          </p:nvPr>
        </p:nvSpPr>
        <p:spPr>
          <a:xfrm>
            <a:off x="4559033" y="2372697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5" hasCustomPrompt="1"/>
          </p:nvPr>
        </p:nvSpPr>
        <p:spPr>
          <a:xfrm>
            <a:off x="4559033" y="4283788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6" hasCustomPrompt="1"/>
          </p:nvPr>
        </p:nvSpPr>
        <p:spPr>
          <a:xfrm>
            <a:off x="8158067" y="2372697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 idx="7" hasCustomPrompt="1"/>
          </p:nvPr>
        </p:nvSpPr>
        <p:spPr>
          <a:xfrm>
            <a:off x="8158067" y="4283788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1"/>
          </p:nvPr>
        </p:nvSpPr>
        <p:spPr>
          <a:xfrm>
            <a:off x="960000" y="2969500"/>
            <a:ext cx="30740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8"/>
          </p:nvPr>
        </p:nvSpPr>
        <p:spPr>
          <a:xfrm>
            <a:off x="4559033" y="2969500"/>
            <a:ext cx="30740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9"/>
          </p:nvPr>
        </p:nvSpPr>
        <p:spPr>
          <a:xfrm>
            <a:off x="8158067" y="2969500"/>
            <a:ext cx="30740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13"/>
          </p:nvPr>
        </p:nvSpPr>
        <p:spPr>
          <a:xfrm>
            <a:off x="960000" y="4880600"/>
            <a:ext cx="30740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4"/>
          </p:nvPr>
        </p:nvSpPr>
        <p:spPr>
          <a:xfrm>
            <a:off x="4559033" y="4880600"/>
            <a:ext cx="30740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5"/>
          </p:nvPr>
        </p:nvSpPr>
        <p:spPr>
          <a:xfrm>
            <a:off x="8158067" y="4880600"/>
            <a:ext cx="3074000" cy="5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6" name="Google Shape;136;p13"/>
          <p:cNvSpPr/>
          <p:nvPr/>
        </p:nvSpPr>
        <p:spPr>
          <a:xfrm>
            <a:off x="11238533" y="100"/>
            <a:ext cx="9536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7" name="Google Shape;137;p13"/>
          <p:cNvGrpSpPr/>
          <p:nvPr/>
        </p:nvGrpSpPr>
        <p:grpSpPr>
          <a:xfrm rot="5400000">
            <a:off x="11452567" y="6086067"/>
            <a:ext cx="525500" cy="362400"/>
            <a:chOff x="215225" y="4734875"/>
            <a:chExt cx="394125" cy="271800"/>
          </a:xfrm>
        </p:grpSpPr>
        <p:sp>
          <p:nvSpPr>
            <p:cNvPr id="138" name="Google Shape;138;p13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40" name="Google Shape;140;p13"/>
          <p:cNvGrpSpPr/>
          <p:nvPr/>
        </p:nvGrpSpPr>
        <p:grpSpPr>
          <a:xfrm>
            <a:off x="1" y="-11033"/>
            <a:ext cx="12203100" cy="6871600"/>
            <a:chOff x="0" y="-8275"/>
            <a:chExt cx="9152325" cy="5153700"/>
          </a:xfrm>
        </p:grpSpPr>
        <p:cxnSp>
          <p:nvCxnSpPr>
            <p:cNvPr id="141" name="Google Shape;141;p13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" name="Google Shape;142;p13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" name="Google Shape;143;p13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618682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4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/>
          <p:nvPr/>
        </p:nvSpPr>
        <p:spPr>
          <a:xfrm>
            <a:off x="0" y="3193467"/>
            <a:ext cx="12192000" cy="367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7" name="Google Shape;147;p14"/>
          <p:cNvGrpSpPr/>
          <p:nvPr/>
        </p:nvGrpSpPr>
        <p:grpSpPr>
          <a:xfrm>
            <a:off x="5833251" y="6318977"/>
            <a:ext cx="525500" cy="362400"/>
            <a:chOff x="215225" y="4734875"/>
            <a:chExt cx="394125" cy="271800"/>
          </a:xfrm>
        </p:grpSpPr>
        <p:sp>
          <p:nvSpPr>
            <p:cNvPr id="148" name="Google Shape;148;p14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50" name="Google Shape;150;p14"/>
          <p:cNvGrpSpPr/>
          <p:nvPr/>
        </p:nvGrpSpPr>
        <p:grpSpPr>
          <a:xfrm>
            <a:off x="456933" y="-67"/>
            <a:ext cx="0" cy="6869667"/>
            <a:chOff x="8804325" y="-50"/>
            <a:chExt cx="0" cy="5152250"/>
          </a:xfrm>
        </p:grpSpPr>
        <p:cxnSp>
          <p:nvCxnSpPr>
            <p:cNvPr id="151" name="Google Shape;151;p14"/>
            <p:cNvCxnSpPr/>
            <p:nvPr/>
          </p:nvCxnSpPr>
          <p:spPr>
            <a:xfrm rot="10800000">
              <a:off x="8804325" y="2399100"/>
              <a:ext cx="0" cy="27531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2" name="Google Shape;152;p14"/>
            <p:cNvCxnSpPr/>
            <p:nvPr/>
          </p:nvCxnSpPr>
          <p:spPr>
            <a:xfrm rot="10800000">
              <a:off x="8804325" y="-50"/>
              <a:ext cx="0" cy="2405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53" name="Google Shape;153;p14"/>
          <p:cNvCxnSpPr/>
          <p:nvPr/>
        </p:nvCxnSpPr>
        <p:spPr>
          <a:xfrm>
            <a:off x="-381433" y="712000"/>
            <a:ext cx="13195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4" name="Google Shape;154;p14"/>
          <p:cNvSpPr txBox="1">
            <a:spLocks noGrp="1"/>
          </p:cNvSpPr>
          <p:nvPr>
            <p:ph type="title" hasCustomPrompt="1"/>
          </p:nvPr>
        </p:nvSpPr>
        <p:spPr>
          <a:xfrm>
            <a:off x="1064517" y="3664500"/>
            <a:ext cx="4656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14"/>
          <p:cNvSpPr txBox="1">
            <a:spLocks noGrp="1"/>
          </p:cNvSpPr>
          <p:nvPr>
            <p:ph type="subTitle" idx="1"/>
          </p:nvPr>
        </p:nvSpPr>
        <p:spPr>
          <a:xfrm>
            <a:off x="1064517" y="4676396"/>
            <a:ext cx="4656800" cy="7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56" name="Google Shape;156;p14"/>
          <p:cNvSpPr txBox="1">
            <a:spLocks noGrp="1"/>
          </p:cNvSpPr>
          <p:nvPr>
            <p:ph type="title" idx="2" hasCustomPrompt="1"/>
          </p:nvPr>
        </p:nvSpPr>
        <p:spPr>
          <a:xfrm>
            <a:off x="3767600" y="1383185"/>
            <a:ext cx="4656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7" name="Google Shape;157;p14"/>
          <p:cNvSpPr txBox="1">
            <a:spLocks noGrp="1"/>
          </p:cNvSpPr>
          <p:nvPr>
            <p:ph type="subTitle" idx="3"/>
          </p:nvPr>
        </p:nvSpPr>
        <p:spPr>
          <a:xfrm>
            <a:off x="3767600" y="2395068"/>
            <a:ext cx="4656800" cy="7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58" name="Google Shape;158;p14"/>
          <p:cNvSpPr txBox="1">
            <a:spLocks noGrp="1"/>
          </p:cNvSpPr>
          <p:nvPr>
            <p:ph type="title" idx="4" hasCustomPrompt="1"/>
          </p:nvPr>
        </p:nvSpPr>
        <p:spPr>
          <a:xfrm>
            <a:off x="6470684" y="3664500"/>
            <a:ext cx="4656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9" name="Google Shape;159;p14"/>
          <p:cNvSpPr txBox="1">
            <a:spLocks noGrp="1"/>
          </p:cNvSpPr>
          <p:nvPr>
            <p:ph type="subTitle" idx="5"/>
          </p:nvPr>
        </p:nvSpPr>
        <p:spPr>
          <a:xfrm>
            <a:off x="6470684" y="4676396"/>
            <a:ext cx="4656800" cy="7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75593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5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5"/>
          <p:cNvSpPr txBox="1">
            <a:spLocks noGrp="1"/>
          </p:cNvSpPr>
          <p:nvPr>
            <p:ph type="title"/>
          </p:nvPr>
        </p:nvSpPr>
        <p:spPr>
          <a:xfrm>
            <a:off x="960000" y="1097633"/>
            <a:ext cx="4165200" cy="8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subTitle" idx="1"/>
          </p:nvPr>
        </p:nvSpPr>
        <p:spPr>
          <a:xfrm>
            <a:off x="960000" y="1988233"/>
            <a:ext cx="4165200" cy="11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64" name="Google Shape;164;p15"/>
          <p:cNvSpPr>
            <a:spLocks noGrp="1"/>
          </p:cNvSpPr>
          <p:nvPr>
            <p:ph type="pic" idx="2"/>
          </p:nvPr>
        </p:nvSpPr>
        <p:spPr>
          <a:xfrm>
            <a:off x="8282733" y="713333"/>
            <a:ext cx="2955600" cy="5472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15"/>
          <p:cNvSpPr>
            <a:spLocks noGrp="1"/>
          </p:cNvSpPr>
          <p:nvPr>
            <p:ph type="pic" idx="3"/>
          </p:nvPr>
        </p:nvSpPr>
        <p:spPr>
          <a:xfrm>
            <a:off x="953467" y="3602400"/>
            <a:ext cx="3388000" cy="2582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15"/>
          <p:cNvSpPr>
            <a:spLocks noGrp="1"/>
          </p:cNvSpPr>
          <p:nvPr>
            <p:ph type="pic" idx="4"/>
          </p:nvPr>
        </p:nvSpPr>
        <p:spPr>
          <a:xfrm>
            <a:off x="4461400" y="3602367"/>
            <a:ext cx="3701600" cy="2582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15"/>
          <p:cNvSpPr>
            <a:spLocks noGrp="1"/>
          </p:cNvSpPr>
          <p:nvPr>
            <p:ph type="pic" idx="5"/>
          </p:nvPr>
        </p:nvSpPr>
        <p:spPr>
          <a:xfrm>
            <a:off x="5849200" y="713333"/>
            <a:ext cx="2313600" cy="2752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15"/>
          <p:cNvSpPr/>
          <p:nvPr/>
        </p:nvSpPr>
        <p:spPr>
          <a:xfrm>
            <a:off x="-167" y="-15900"/>
            <a:ext cx="12192000" cy="72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9" name="Google Shape;169;p15"/>
          <p:cNvGrpSpPr/>
          <p:nvPr/>
        </p:nvGrpSpPr>
        <p:grpSpPr>
          <a:xfrm>
            <a:off x="5833067" y="165100"/>
            <a:ext cx="525500" cy="362400"/>
            <a:chOff x="215225" y="4734875"/>
            <a:chExt cx="394125" cy="271800"/>
          </a:xfrm>
        </p:grpSpPr>
        <p:sp>
          <p:nvSpPr>
            <p:cNvPr id="170" name="Google Shape;170;p15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72" name="Google Shape;172;p15"/>
          <p:cNvGrpSpPr/>
          <p:nvPr/>
        </p:nvGrpSpPr>
        <p:grpSpPr>
          <a:xfrm>
            <a:off x="0" y="-15400"/>
            <a:ext cx="12202400" cy="6875967"/>
            <a:chOff x="0" y="-11550"/>
            <a:chExt cx="9151800" cy="5156975"/>
          </a:xfrm>
        </p:grpSpPr>
        <p:cxnSp>
          <p:nvCxnSpPr>
            <p:cNvPr id="173" name="Google Shape;173;p15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74" name="Google Shape;174;p15"/>
            <p:cNvGrpSpPr/>
            <p:nvPr/>
          </p:nvGrpSpPr>
          <p:grpSpPr>
            <a:xfrm>
              <a:off x="343300" y="-11550"/>
              <a:ext cx="0" cy="5156975"/>
              <a:chOff x="343300" y="-11550"/>
              <a:chExt cx="0" cy="5156975"/>
            </a:xfrm>
          </p:grpSpPr>
          <p:cxnSp>
            <p:nvCxnSpPr>
              <p:cNvPr id="175" name="Google Shape;175;p15"/>
              <p:cNvCxnSpPr/>
              <p:nvPr/>
            </p:nvCxnSpPr>
            <p:spPr>
              <a:xfrm rot="10800000">
                <a:off x="343300" y="533225"/>
                <a:ext cx="0" cy="461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6" name="Google Shape;176;p15"/>
              <p:cNvCxnSpPr/>
              <p:nvPr/>
            </p:nvCxnSpPr>
            <p:spPr>
              <a:xfrm rot="10800000">
                <a:off x="343300" y="-11550"/>
                <a:ext cx="0" cy="54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3964333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6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 txBox="1">
            <a:spLocks noGrp="1"/>
          </p:cNvSpPr>
          <p:nvPr>
            <p:ph type="title"/>
          </p:nvPr>
        </p:nvSpPr>
        <p:spPr>
          <a:xfrm>
            <a:off x="1183933" y="1786367"/>
            <a:ext cx="4413200" cy="146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subTitle" idx="1"/>
          </p:nvPr>
        </p:nvSpPr>
        <p:spPr>
          <a:xfrm>
            <a:off x="1183933" y="3732433"/>
            <a:ext cx="4413200" cy="13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81" name="Google Shape;181;p16"/>
          <p:cNvSpPr>
            <a:spLocks noGrp="1"/>
          </p:cNvSpPr>
          <p:nvPr>
            <p:ph type="pic" idx="2"/>
          </p:nvPr>
        </p:nvSpPr>
        <p:spPr>
          <a:xfrm>
            <a:off x="6674416" y="1093900"/>
            <a:ext cx="4333600" cy="4670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6"/>
          <p:cNvSpPr/>
          <p:nvPr/>
        </p:nvSpPr>
        <p:spPr>
          <a:xfrm>
            <a:off x="-167" y="-15900"/>
            <a:ext cx="12192000" cy="72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3" name="Google Shape;183;p16"/>
          <p:cNvGrpSpPr/>
          <p:nvPr/>
        </p:nvGrpSpPr>
        <p:grpSpPr>
          <a:xfrm>
            <a:off x="457400" y="-19900"/>
            <a:ext cx="0" cy="6878000"/>
            <a:chOff x="343050" y="-14925"/>
            <a:chExt cx="0" cy="5158500"/>
          </a:xfrm>
        </p:grpSpPr>
        <p:cxnSp>
          <p:nvCxnSpPr>
            <p:cNvPr id="184" name="Google Shape;184;p16"/>
            <p:cNvCxnSpPr/>
            <p:nvPr/>
          </p:nvCxnSpPr>
          <p:spPr>
            <a:xfrm rot="10800000">
              <a:off x="343050" y="533475"/>
              <a:ext cx="0" cy="4610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" name="Google Shape;185;p16"/>
            <p:cNvCxnSpPr/>
            <p:nvPr/>
          </p:nvCxnSpPr>
          <p:spPr>
            <a:xfrm rot="10800000">
              <a:off x="343050" y="-14925"/>
              <a:ext cx="0" cy="5493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6" name="Google Shape;186;p16"/>
          <p:cNvGrpSpPr/>
          <p:nvPr/>
        </p:nvGrpSpPr>
        <p:grpSpPr>
          <a:xfrm>
            <a:off x="11471851" y="165100"/>
            <a:ext cx="525500" cy="362400"/>
            <a:chOff x="215225" y="4734875"/>
            <a:chExt cx="394125" cy="271800"/>
          </a:xfrm>
        </p:grpSpPr>
        <p:sp>
          <p:nvSpPr>
            <p:cNvPr id="187" name="Google Shape;187;p16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7492025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7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2" name="Google Shape;192;p17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9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3" name="Google Shape;193;p17"/>
          <p:cNvSpPr/>
          <p:nvPr/>
        </p:nvSpPr>
        <p:spPr>
          <a:xfrm flipH="1">
            <a:off x="2568" y="100"/>
            <a:ext cx="9536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4" name="Google Shape;194;p17"/>
          <p:cNvGrpSpPr/>
          <p:nvPr/>
        </p:nvGrpSpPr>
        <p:grpSpPr>
          <a:xfrm rot="-5400000" flipH="1">
            <a:off x="216422" y="793987"/>
            <a:ext cx="525500" cy="362328"/>
            <a:chOff x="215225" y="4734875"/>
            <a:chExt cx="394125" cy="271800"/>
          </a:xfrm>
        </p:grpSpPr>
        <p:sp>
          <p:nvSpPr>
            <p:cNvPr id="195" name="Google Shape;195;p17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97" name="Google Shape;197;p17"/>
          <p:cNvGrpSpPr/>
          <p:nvPr/>
        </p:nvGrpSpPr>
        <p:grpSpPr>
          <a:xfrm>
            <a:off x="1298" y="-11167"/>
            <a:ext cx="12191652" cy="6870400"/>
            <a:chOff x="973" y="-8375"/>
            <a:chExt cx="9143739" cy="5152800"/>
          </a:xfrm>
        </p:grpSpPr>
        <p:cxnSp>
          <p:nvCxnSpPr>
            <p:cNvPr id="198" name="Google Shape;198;p17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p17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p17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409931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8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04" name="Google Shape;204;p18"/>
          <p:cNvSpPr txBox="1">
            <a:spLocks noGrp="1"/>
          </p:cNvSpPr>
          <p:nvPr>
            <p:ph type="subTitle" idx="1"/>
          </p:nvPr>
        </p:nvSpPr>
        <p:spPr>
          <a:xfrm>
            <a:off x="953467" y="1516733"/>
            <a:ext cx="10272000" cy="1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5" name="Google Shape;205;p18"/>
          <p:cNvSpPr txBox="1">
            <a:spLocks noGrp="1"/>
          </p:cNvSpPr>
          <p:nvPr>
            <p:ph type="subTitle" idx="2"/>
          </p:nvPr>
        </p:nvSpPr>
        <p:spPr>
          <a:xfrm>
            <a:off x="953467" y="2846733"/>
            <a:ext cx="10272000" cy="19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6" name="Google Shape;206;p18"/>
          <p:cNvSpPr txBox="1">
            <a:spLocks noGrp="1"/>
          </p:cNvSpPr>
          <p:nvPr>
            <p:ph type="subTitle" idx="3"/>
          </p:nvPr>
        </p:nvSpPr>
        <p:spPr>
          <a:xfrm>
            <a:off x="953467" y="4814880"/>
            <a:ext cx="10272000" cy="13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11238533" y="100"/>
            <a:ext cx="9536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08" name="Google Shape;208;p18"/>
          <p:cNvGrpSpPr/>
          <p:nvPr/>
        </p:nvGrpSpPr>
        <p:grpSpPr>
          <a:xfrm rot="5400000">
            <a:off x="11452567" y="6086067"/>
            <a:ext cx="525500" cy="362400"/>
            <a:chOff x="215225" y="4734875"/>
            <a:chExt cx="394125" cy="271800"/>
          </a:xfrm>
        </p:grpSpPr>
        <p:sp>
          <p:nvSpPr>
            <p:cNvPr id="209" name="Google Shape;209;p18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" name="Google Shape;210;p18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11" name="Google Shape;211;p18"/>
          <p:cNvGrpSpPr/>
          <p:nvPr/>
        </p:nvGrpSpPr>
        <p:grpSpPr>
          <a:xfrm>
            <a:off x="1" y="-11033"/>
            <a:ext cx="12203100" cy="6871600"/>
            <a:chOff x="0" y="-8275"/>
            <a:chExt cx="9152325" cy="5153700"/>
          </a:xfrm>
        </p:grpSpPr>
        <p:cxnSp>
          <p:nvCxnSpPr>
            <p:cNvPr id="212" name="Google Shape;212;p18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3" name="Google Shape;213;p18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" name="Google Shape;214;p18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788306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9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18" name="Google Shape;218;p19"/>
          <p:cNvSpPr txBox="1">
            <a:spLocks noGrp="1"/>
          </p:cNvSpPr>
          <p:nvPr>
            <p:ph type="subTitle" idx="1"/>
          </p:nvPr>
        </p:nvSpPr>
        <p:spPr>
          <a:xfrm>
            <a:off x="1098767" y="3229000"/>
            <a:ext cx="2991200" cy="23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subTitle" idx="2"/>
          </p:nvPr>
        </p:nvSpPr>
        <p:spPr>
          <a:xfrm>
            <a:off x="4600487" y="3229000"/>
            <a:ext cx="2991200" cy="23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0" name="Google Shape;220;p19"/>
          <p:cNvSpPr txBox="1">
            <a:spLocks noGrp="1"/>
          </p:cNvSpPr>
          <p:nvPr>
            <p:ph type="subTitle" idx="3"/>
          </p:nvPr>
        </p:nvSpPr>
        <p:spPr>
          <a:xfrm>
            <a:off x="8102215" y="3229000"/>
            <a:ext cx="2991200" cy="23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1" name="Google Shape;221;p19"/>
          <p:cNvSpPr txBox="1">
            <a:spLocks noGrp="1"/>
          </p:cNvSpPr>
          <p:nvPr>
            <p:ph type="subTitle" idx="4"/>
          </p:nvPr>
        </p:nvSpPr>
        <p:spPr>
          <a:xfrm>
            <a:off x="1098767" y="2408900"/>
            <a:ext cx="29912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2" name="Google Shape;222;p19"/>
          <p:cNvSpPr txBox="1">
            <a:spLocks noGrp="1"/>
          </p:cNvSpPr>
          <p:nvPr>
            <p:ph type="subTitle" idx="5"/>
          </p:nvPr>
        </p:nvSpPr>
        <p:spPr>
          <a:xfrm>
            <a:off x="4600491" y="2408901"/>
            <a:ext cx="29912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3" name="Google Shape;223;p19"/>
          <p:cNvSpPr txBox="1">
            <a:spLocks noGrp="1"/>
          </p:cNvSpPr>
          <p:nvPr>
            <p:ph type="subTitle" idx="6"/>
          </p:nvPr>
        </p:nvSpPr>
        <p:spPr>
          <a:xfrm>
            <a:off x="8102215" y="2408900"/>
            <a:ext cx="29912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-167" y="-15900"/>
            <a:ext cx="12192000" cy="72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5" name="Google Shape;225;p19"/>
          <p:cNvGrpSpPr/>
          <p:nvPr/>
        </p:nvGrpSpPr>
        <p:grpSpPr>
          <a:xfrm>
            <a:off x="5833067" y="165100"/>
            <a:ext cx="525500" cy="362400"/>
            <a:chOff x="215225" y="4734875"/>
            <a:chExt cx="394125" cy="271800"/>
          </a:xfrm>
        </p:grpSpPr>
        <p:sp>
          <p:nvSpPr>
            <p:cNvPr id="226" name="Google Shape;226;p19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28" name="Google Shape;228;p19"/>
          <p:cNvGrpSpPr/>
          <p:nvPr/>
        </p:nvGrpSpPr>
        <p:grpSpPr>
          <a:xfrm>
            <a:off x="0" y="-15400"/>
            <a:ext cx="12202400" cy="6875967"/>
            <a:chOff x="0" y="-11550"/>
            <a:chExt cx="9151800" cy="5156975"/>
          </a:xfrm>
        </p:grpSpPr>
        <p:cxnSp>
          <p:nvCxnSpPr>
            <p:cNvPr id="229" name="Google Shape;229;p19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30" name="Google Shape;230;p19"/>
            <p:cNvGrpSpPr/>
            <p:nvPr/>
          </p:nvGrpSpPr>
          <p:grpSpPr>
            <a:xfrm>
              <a:off x="343300" y="-11550"/>
              <a:ext cx="0" cy="5156975"/>
              <a:chOff x="343300" y="-11550"/>
              <a:chExt cx="0" cy="5156975"/>
            </a:xfrm>
          </p:grpSpPr>
          <p:cxnSp>
            <p:nvCxnSpPr>
              <p:cNvPr id="231" name="Google Shape;231;p19"/>
              <p:cNvCxnSpPr/>
              <p:nvPr/>
            </p:nvCxnSpPr>
            <p:spPr>
              <a:xfrm rot="10800000">
                <a:off x="343300" y="533225"/>
                <a:ext cx="0" cy="461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19"/>
              <p:cNvCxnSpPr/>
              <p:nvPr/>
            </p:nvCxnSpPr>
            <p:spPr>
              <a:xfrm rot="10800000">
                <a:off x="343300" y="-11550"/>
                <a:ext cx="0" cy="54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4625104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0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6" name="Google Shape;236;p20"/>
          <p:cNvSpPr txBox="1">
            <a:spLocks noGrp="1"/>
          </p:cNvSpPr>
          <p:nvPr>
            <p:ph type="subTitle" idx="1"/>
          </p:nvPr>
        </p:nvSpPr>
        <p:spPr>
          <a:xfrm>
            <a:off x="1551633" y="1640367"/>
            <a:ext cx="3956000" cy="7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37" name="Google Shape;237;p20"/>
          <p:cNvSpPr txBox="1">
            <a:spLocks noGrp="1"/>
          </p:cNvSpPr>
          <p:nvPr>
            <p:ph type="subTitle" idx="2"/>
          </p:nvPr>
        </p:nvSpPr>
        <p:spPr>
          <a:xfrm>
            <a:off x="1551635" y="2341567"/>
            <a:ext cx="3956000" cy="137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38" name="Google Shape;238;p20"/>
          <p:cNvSpPr txBox="1">
            <a:spLocks noGrp="1"/>
          </p:cNvSpPr>
          <p:nvPr>
            <p:ph type="subTitle" idx="3"/>
          </p:nvPr>
        </p:nvSpPr>
        <p:spPr>
          <a:xfrm>
            <a:off x="6684336" y="2341567"/>
            <a:ext cx="3956000" cy="137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39" name="Google Shape;239;p20"/>
          <p:cNvSpPr txBox="1">
            <a:spLocks noGrp="1"/>
          </p:cNvSpPr>
          <p:nvPr>
            <p:ph type="subTitle" idx="4"/>
          </p:nvPr>
        </p:nvSpPr>
        <p:spPr>
          <a:xfrm>
            <a:off x="1551635" y="4672667"/>
            <a:ext cx="3956000" cy="137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40" name="Google Shape;240;p20"/>
          <p:cNvSpPr txBox="1">
            <a:spLocks noGrp="1"/>
          </p:cNvSpPr>
          <p:nvPr>
            <p:ph type="subTitle" idx="5"/>
          </p:nvPr>
        </p:nvSpPr>
        <p:spPr>
          <a:xfrm>
            <a:off x="6684336" y="4672667"/>
            <a:ext cx="3956000" cy="1370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41" name="Google Shape;241;p20"/>
          <p:cNvSpPr txBox="1">
            <a:spLocks noGrp="1"/>
          </p:cNvSpPr>
          <p:nvPr>
            <p:ph type="subTitle" idx="6"/>
          </p:nvPr>
        </p:nvSpPr>
        <p:spPr>
          <a:xfrm>
            <a:off x="1551633" y="3971467"/>
            <a:ext cx="3956000" cy="7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42" name="Google Shape;242;p20"/>
          <p:cNvSpPr txBox="1">
            <a:spLocks noGrp="1"/>
          </p:cNvSpPr>
          <p:nvPr>
            <p:ph type="subTitle" idx="7"/>
          </p:nvPr>
        </p:nvSpPr>
        <p:spPr>
          <a:xfrm>
            <a:off x="6684333" y="1640367"/>
            <a:ext cx="3956000" cy="7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43" name="Google Shape;243;p20"/>
          <p:cNvSpPr txBox="1">
            <a:spLocks noGrp="1"/>
          </p:cNvSpPr>
          <p:nvPr>
            <p:ph type="subTitle" idx="8"/>
          </p:nvPr>
        </p:nvSpPr>
        <p:spPr>
          <a:xfrm>
            <a:off x="6684333" y="3971467"/>
            <a:ext cx="3956000" cy="7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11238533" y="100"/>
            <a:ext cx="9536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45" name="Google Shape;245;p20"/>
          <p:cNvGrpSpPr/>
          <p:nvPr/>
        </p:nvGrpSpPr>
        <p:grpSpPr>
          <a:xfrm rot="5400000">
            <a:off x="11452567" y="269367"/>
            <a:ext cx="525500" cy="362400"/>
            <a:chOff x="215225" y="4734875"/>
            <a:chExt cx="394125" cy="271800"/>
          </a:xfrm>
        </p:grpSpPr>
        <p:sp>
          <p:nvSpPr>
            <p:cNvPr id="246" name="Google Shape;246;p20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48" name="Google Shape;248;p20"/>
          <p:cNvGrpSpPr/>
          <p:nvPr/>
        </p:nvGrpSpPr>
        <p:grpSpPr>
          <a:xfrm>
            <a:off x="1" y="-11033"/>
            <a:ext cx="12269100" cy="6871600"/>
            <a:chOff x="0" y="-8275"/>
            <a:chExt cx="9201825" cy="5153700"/>
          </a:xfrm>
        </p:grpSpPr>
        <p:grpSp>
          <p:nvGrpSpPr>
            <p:cNvPr id="249" name="Google Shape;249;p20"/>
            <p:cNvGrpSpPr/>
            <p:nvPr/>
          </p:nvGrpSpPr>
          <p:grpSpPr>
            <a:xfrm>
              <a:off x="0" y="4897525"/>
              <a:ext cx="9201825" cy="0"/>
              <a:chOff x="0" y="4897525"/>
              <a:chExt cx="9201825" cy="0"/>
            </a:xfrm>
          </p:grpSpPr>
          <p:cxnSp>
            <p:nvCxnSpPr>
              <p:cNvPr id="250" name="Google Shape;250;p20"/>
              <p:cNvCxnSpPr/>
              <p:nvPr/>
            </p:nvCxnSpPr>
            <p:spPr>
              <a:xfrm>
                <a:off x="0" y="4897525"/>
                <a:ext cx="8445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1" name="Google Shape;251;p20"/>
              <p:cNvCxnSpPr/>
              <p:nvPr/>
            </p:nvCxnSpPr>
            <p:spPr>
              <a:xfrm>
                <a:off x="8428125" y="4897525"/>
                <a:ext cx="773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52" name="Google Shape;252;p20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3741828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1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56" name="Google Shape;256;p21"/>
          <p:cNvSpPr txBox="1">
            <a:spLocks noGrp="1"/>
          </p:cNvSpPr>
          <p:nvPr>
            <p:ph type="subTitle" idx="1"/>
          </p:nvPr>
        </p:nvSpPr>
        <p:spPr>
          <a:xfrm>
            <a:off x="960000" y="2341581"/>
            <a:ext cx="26480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57" name="Google Shape;257;p21"/>
          <p:cNvSpPr txBox="1">
            <a:spLocks noGrp="1"/>
          </p:cNvSpPr>
          <p:nvPr>
            <p:ph type="subTitle" idx="2"/>
          </p:nvPr>
        </p:nvSpPr>
        <p:spPr>
          <a:xfrm>
            <a:off x="4772000" y="2341581"/>
            <a:ext cx="26480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58" name="Google Shape;258;p21"/>
          <p:cNvSpPr txBox="1">
            <a:spLocks noGrp="1"/>
          </p:cNvSpPr>
          <p:nvPr>
            <p:ph type="subTitle" idx="3"/>
          </p:nvPr>
        </p:nvSpPr>
        <p:spPr>
          <a:xfrm>
            <a:off x="960000" y="4672667"/>
            <a:ext cx="26584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59" name="Google Shape;259;p21"/>
          <p:cNvSpPr txBox="1">
            <a:spLocks noGrp="1"/>
          </p:cNvSpPr>
          <p:nvPr>
            <p:ph type="subTitle" idx="4"/>
          </p:nvPr>
        </p:nvSpPr>
        <p:spPr>
          <a:xfrm>
            <a:off x="4772000" y="4672667"/>
            <a:ext cx="26376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0" name="Google Shape;260;p21"/>
          <p:cNvSpPr txBox="1">
            <a:spLocks noGrp="1"/>
          </p:cNvSpPr>
          <p:nvPr>
            <p:ph type="subTitle" idx="5"/>
          </p:nvPr>
        </p:nvSpPr>
        <p:spPr>
          <a:xfrm>
            <a:off x="8583996" y="2341581"/>
            <a:ext cx="26480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1" name="Google Shape;261;p21"/>
          <p:cNvSpPr txBox="1">
            <a:spLocks noGrp="1"/>
          </p:cNvSpPr>
          <p:nvPr>
            <p:ph type="subTitle" idx="6"/>
          </p:nvPr>
        </p:nvSpPr>
        <p:spPr>
          <a:xfrm>
            <a:off x="8584000" y="4672667"/>
            <a:ext cx="26480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2" name="Google Shape;262;p21"/>
          <p:cNvSpPr txBox="1">
            <a:spLocks noGrp="1"/>
          </p:cNvSpPr>
          <p:nvPr>
            <p:ph type="subTitle" idx="7"/>
          </p:nvPr>
        </p:nvSpPr>
        <p:spPr>
          <a:xfrm>
            <a:off x="965200" y="1640367"/>
            <a:ext cx="2648000" cy="7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3" name="Google Shape;263;p21"/>
          <p:cNvSpPr txBox="1">
            <a:spLocks noGrp="1"/>
          </p:cNvSpPr>
          <p:nvPr>
            <p:ph type="subTitle" idx="8"/>
          </p:nvPr>
        </p:nvSpPr>
        <p:spPr>
          <a:xfrm>
            <a:off x="4777200" y="1640367"/>
            <a:ext cx="2648000" cy="7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4" name="Google Shape;264;p21"/>
          <p:cNvSpPr txBox="1">
            <a:spLocks noGrp="1"/>
          </p:cNvSpPr>
          <p:nvPr>
            <p:ph type="subTitle" idx="9"/>
          </p:nvPr>
        </p:nvSpPr>
        <p:spPr>
          <a:xfrm>
            <a:off x="8589200" y="1640367"/>
            <a:ext cx="2648000" cy="7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5" name="Google Shape;265;p21"/>
          <p:cNvSpPr txBox="1">
            <a:spLocks noGrp="1"/>
          </p:cNvSpPr>
          <p:nvPr>
            <p:ph type="subTitle" idx="13"/>
          </p:nvPr>
        </p:nvSpPr>
        <p:spPr>
          <a:xfrm>
            <a:off x="965200" y="3971467"/>
            <a:ext cx="2648000" cy="7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6" name="Google Shape;266;p21"/>
          <p:cNvSpPr txBox="1">
            <a:spLocks noGrp="1"/>
          </p:cNvSpPr>
          <p:nvPr>
            <p:ph type="subTitle" idx="14"/>
          </p:nvPr>
        </p:nvSpPr>
        <p:spPr>
          <a:xfrm>
            <a:off x="4777200" y="3971467"/>
            <a:ext cx="2648000" cy="7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7" name="Google Shape;267;p21"/>
          <p:cNvSpPr txBox="1">
            <a:spLocks noGrp="1"/>
          </p:cNvSpPr>
          <p:nvPr>
            <p:ph type="subTitle" idx="15"/>
          </p:nvPr>
        </p:nvSpPr>
        <p:spPr>
          <a:xfrm>
            <a:off x="8589200" y="3971467"/>
            <a:ext cx="2648000" cy="7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0" y="6144667"/>
            <a:ext cx="12192000" cy="71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69" name="Google Shape;269;p21"/>
          <p:cNvGrpSpPr/>
          <p:nvPr/>
        </p:nvGrpSpPr>
        <p:grpSpPr>
          <a:xfrm>
            <a:off x="5833234" y="6320267"/>
            <a:ext cx="525500" cy="362400"/>
            <a:chOff x="215225" y="4734875"/>
            <a:chExt cx="394125" cy="271800"/>
          </a:xfrm>
        </p:grpSpPr>
        <p:sp>
          <p:nvSpPr>
            <p:cNvPr id="270" name="Google Shape;270;p21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1" name="Google Shape;271;p21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72" name="Google Shape;272;p21"/>
          <p:cNvGrpSpPr/>
          <p:nvPr/>
        </p:nvGrpSpPr>
        <p:grpSpPr>
          <a:xfrm>
            <a:off x="-8404" y="-897"/>
            <a:ext cx="12227600" cy="6882133"/>
            <a:chOff x="-6303" y="-673"/>
            <a:chExt cx="9170700" cy="5161600"/>
          </a:xfrm>
        </p:grpSpPr>
        <p:grpSp>
          <p:nvGrpSpPr>
            <p:cNvPr id="273" name="Google Shape;273;p21"/>
            <p:cNvGrpSpPr/>
            <p:nvPr/>
          </p:nvGrpSpPr>
          <p:grpSpPr>
            <a:xfrm>
              <a:off x="8800938" y="-673"/>
              <a:ext cx="13" cy="5161600"/>
              <a:chOff x="8800938" y="-18025"/>
              <a:chExt cx="13" cy="5161600"/>
            </a:xfrm>
          </p:grpSpPr>
          <p:cxnSp>
            <p:nvCxnSpPr>
              <p:cNvPr id="274" name="Google Shape;274;p21"/>
              <p:cNvCxnSpPr/>
              <p:nvPr/>
            </p:nvCxnSpPr>
            <p:spPr>
              <a:xfrm rot="10800000">
                <a:off x="8800950" y="-18025"/>
                <a:ext cx="0" cy="461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5" name="Google Shape;275;p21"/>
              <p:cNvCxnSpPr/>
              <p:nvPr/>
            </p:nvCxnSpPr>
            <p:spPr>
              <a:xfrm rot="10800000">
                <a:off x="8800938" y="4590975"/>
                <a:ext cx="0" cy="55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76" name="Google Shape;276;p21"/>
            <p:cNvCxnSpPr/>
            <p:nvPr/>
          </p:nvCxnSpPr>
          <p:spPr>
            <a:xfrm>
              <a:off x="-6303" y="251525"/>
              <a:ext cx="9170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5259012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2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80" name="Google Shape;280;p22"/>
          <p:cNvSpPr/>
          <p:nvPr/>
        </p:nvSpPr>
        <p:spPr>
          <a:xfrm>
            <a:off x="0" y="6144667"/>
            <a:ext cx="12192000" cy="71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81" name="Google Shape;281;p22"/>
          <p:cNvGrpSpPr/>
          <p:nvPr/>
        </p:nvGrpSpPr>
        <p:grpSpPr>
          <a:xfrm>
            <a:off x="5833234" y="6320267"/>
            <a:ext cx="525500" cy="362400"/>
            <a:chOff x="215225" y="4734875"/>
            <a:chExt cx="394125" cy="271800"/>
          </a:xfrm>
        </p:grpSpPr>
        <p:sp>
          <p:nvSpPr>
            <p:cNvPr id="282" name="Google Shape;282;p22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84" name="Google Shape;284;p22"/>
          <p:cNvGrpSpPr/>
          <p:nvPr/>
        </p:nvGrpSpPr>
        <p:grpSpPr>
          <a:xfrm>
            <a:off x="-8404" y="-897"/>
            <a:ext cx="12227600" cy="6882133"/>
            <a:chOff x="-6303" y="-673"/>
            <a:chExt cx="9170700" cy="5161600"/>
          </a:xfrm>
        </p:grpSpPr>
        <p:grpSp>
          <p:nvGrpSpPr>
            <p:cNvPr id="285" name="Google Shape;285;p22"/>
            <p:cNvGrpSpPr/>
            <p:nvPr/>
          </p:nvGrpSpPr>
          <p:grpSpPr>
            <a:xfrm>
              <a:off x="8800938" y="-673"/>
              <a:ext cx="13" cy="5161600"/>
              <a:chOff x="8800938" y="-18025"/>
              <a:chExt cx="13" cy="5161600"/>
            </a:xfrm>
          </p:grpSpPr>
          <p:cxnSp>
            <p:nvCxnSpPr>
              <p:cNvPr id="286" name="Google Shape;286;p22"/>
              <p:cNvCxnSpPr/>
              <p:nvPr/>
            </p:nvCxnSpPr>
            <p:spPr>
              <a:xfrm rot="10800000">
                <a:off x="8800950" y="-18025"/>
                <a:ext cx="0" cy="461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" name="Google Shape;287;p22"/>
              <p:cNvCxnSpPr/>
              <p:nvPr/>
            </p:nvCxnSpPr>
            <p:spPr>
              <a:xfrm rot="10800000">
                <a:off x="8800938" y="4590975"/>
                <a:ext cx="0" cy="55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88" name="Google Shape;288;p22"/>
            <p:cNvCxnSpPr/>
            <p:nvPr/>
          </p:nvCxnSpPr>
          <p:spPr>
            <a:xfrm>
              <a:off x="-6303" y="251525"/>
              <a:ext cx="9170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5969452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3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92" name="Google Shape;292;p23"/>
          <p:cNvSpPr/>
          <p:nvPr/>
        </p:nvSpPr>
        <p:spPr>
          <a:xfrm flipH="1">
            <a:off x="2568" y="100"/>
            <a:ext cx="9536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93" name="Google Shape;293;p23"/>
          <p:cNvGrpSpPr/>
          <p:nvPr/>
        </p:nvGrpSpPr>
        <p:grpSpPr>
          <a:xfrm rot="-5400000" flipH="1">
            <a:off x="216422" y="3247820"/>
            <a:ext cx="525500" cy="362328"/>
            <a:chOff x="215225" y="4734875"/>
            <a:chExt cx="394125" cy="271800"/>
          </a:xfrm>
        </p:grpSpPr>
        <p:sp>
          <p:nvSpPr>
            <p:cNvPr id="294" name="Google Shape;294;p23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" name="Google Shape;295;p23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96" name="Google Shape;296;p23"/>
          <p:cNvGrpSpPr/>
          <p:nvPr/>
        </p:nvGrpSpPr>
        <p:grpSpPr>
          <a:xfrm>
            <a:off x="1298" y="-11167"/>
            <a:ext cx="12191652" cy="6870400"/>
            <a:chOff x="973" y="-8375"/>
            <a:chExt cx="9143739" cy="5152800"/>
          </a:xfrm>
        </p:grpSpPr>
        <p:cxnSp>
          <p:nvCxnSpPr>
            <p:cNvPr id="297" name="Google Shape;297;p23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23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9" name="Google Shape;299;p23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0857862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4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4"/>
          <p:cNvSpPr/>
          <p:nvPr/>
        </p:nvSpPr>
        <p:spPr>
          <a:xfrm>
            <a:off x="0" y="0"/>
            <a:ext cx="55376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3" name="Google Shape;303;p24"/>
          <p:cNvGrpSpPr/>
          <p:nvPr/>
        </p:nvGrpSpPr>
        <p:grpSpPr>
          <a:xfrm>
            <a:off x="-59767" y="714018"/>
            <a:ext cx="12329333" cy="17"/>
            <a:chOff x="-44825" y="535513"/>
            <a:chExt cx="9247000" cy="13"/>
          </a:xfrm>
        </p:grpSpPr>
        <p:cxnSp>
          <p:nvCxnSpPr>
            <p:cNvPr id="304" name="Google Shape;304;p24"/>
            <p:cNvCxnSpPr/>
            <p:nvPr/>
          </p:nvCxnSpPr>
          <p:spPr>
            <a:xfrm>
              <a:off x="-44825" y="535513"/>
              <a:ext cx="4198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5" name="Google Shape;305;p24"/>
            <p:cNvCxnSpPr/>
            <p:nvPr/>
          </p:nvCxnSpPr>
          <p:spPr>
            <a:xfrm>
              <a:off x="4153775" y="535525"/>
              <a:ext cx="504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6" name="Google Shape;306;p24"/>
          <p:cNvSpPr txBox="1">
            <a:spLocks noGrp="1"/>
          </p:cNvSpPr>
          <p:nvPr>
            <p:ph type="ctrTitle"/>
          </p:nvPr>
        </p:nvSpPr>
        <p:spPr>
          <a:xfrm>
            <a:off x="6553600" y="1149533"/>
            <a:ext cx="4684800" cy="13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07" name="Google Shape;307;p24"/>
          <p:cNvSpPr txBox="1">
            <a:spLocks noGrp="1"/>
          </p:cNvSpPr>
          <p:nvPr>
            <p:ph type="subTitle" idx="1"/>
          </p:nvPr>
        </p:nvSpPr>
        <p:spPr>
          <a:xfrm>
            <a:off x="6553700" y="2427567"/>
            <a:ext cx="4684800" cy="12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6553684" y="4439933"/>
            <a:ext cx="4684800" cy="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 b="1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CREDITS:</a:t>
            </a:r>
            <a:r>
              <a:rPr lang="en" sz="1333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This presentation template was created by </a:t>
            </a:r>
            <a:r>
              <a:rPr lang="en" sz="1333" b="1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33" b="1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lang="en" sz="1333" b="1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1333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and includes icons by </a:t>
            </a:r>
            <a:r>
              <a:rPr lang="en" sz="1333" b="1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33" b="1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1333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and infographics &amp; images by </a:t>
            </a:r>
            <a:r>
              <a:rPr lang="en" sz="1333" b="1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33" b="1" u="sng">
              <a:solidFill>
                <a:schemeClr val="dk1"/>
              </a:solidFill>
              <a:highlight>
                <a:srgbClr val="DFDEFC"/>
              </a:highlight>
              <a:latin typeface="Arimo"/>
              <a:ea typeface="Arimo"/>
              <a:cs typeface="Arimo"/>
              <a:sym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10821673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5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5"/>
          <p:cNvSpPr/>
          <p:nvPr/>
        </p:nvSpPr>
        <p:spPr>
          <a:xfrm>
            <a:off x="-167" y="-15900"/>
            <a:ext cx="12192000" cy="72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12" name="Google Shape;312;p25"/>
          <p:cNvGrpSpPr/>
          <p:nvPr/>
        </p:nvGrpSpPr>
        <p:grpSpPr>
          <a:xfrm>
            <a:off x="0" y="-19900"/>
            <a:ext cx="12202400" cy="6878000"/>
            <a:chOff x="0" y="-14925"/>
            <a:chExt cx="9151800" cy="5158500"/>
          </a:xfrm>
        </p:grpSpPr>
        <p:cxnSp>
          <p:nvCxnSpPr>
            <p:cNvPr id="313" name="Google Shape;313;p25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4" name="Google Shape;314;p25"/>
            <p:cNvCxnSpPr/>
            <p:nvPr/>
          </p:nvCxnSpPr>
          <p:spPr>
            <a:xfrm rot="10800000">
              <a:off x="343050" y="533475"/>
              <a:ext cx="0" cy="4610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5" name="Google Shape;315;p25"/>
            <p:cNvCxnSpPr/>
            <p:nvPr/>
          </p:nvCxnSpPr>
          <p:spPr>
            <a:xfrm rot="10800000">
              <a:off x="343050" y="-14925"/>
              <a:ext cx="0" cy="5493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16" name="Google Shape;316;p25"/>
          <p:cNvGrpSpPr/>
          <p:nvPr/>
        </p:nvGrpSpPr>
        <p:grpSpPr>
          <a:xfrm>
            <a:off x="11471851" y="165100"/>
            <a:ext cx="525500" cy="362400"/>
            <a:chOff x="215225" y="4734875"/>
            <a:chExt cx="394125" cy="271800"/>
          </a:xfrm>
        </p:grpSpPr>
        <p:sp>
          <p:nvSpPr>
            <p:cNvPr id="317" name="Google Shape;317;p25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8" name="Google Shape;318;p25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3197412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6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6"/>
          <p:cNvSpPr/>
          <p:nvPr/>
        </p:nvSpPr>
        <p:spPr>
          <a:xfrm>
            <a:off x="11238533" y="100"/>
            <a:ext cx="9536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22" name="Google Shape;322;p26"/>
          <p:cNvGrpSpPr/>
          <p:nvPr/>
        </p:nvGrpSpPr>
        <p:grpSpPr>
          <a:xfrm rot="5400000">
            <a:off x="11452567" y="6086067"/>
            <a:ext cx="525500" cy="362400"/>
            <a:chOff x="215225" y="4734875"/>
            <a:chExt cx="394125" cy="271800"/>
          </a:xfrm>
        </p:grpSpPr>
        <p:sp>
          <p:nvSpPr>
            <p:cNvPr id="323" name="Google Shape;323;p26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25" name="Google Shape;325;p26"/>
          <p:cNvGrpSpPr/>
          <p:nvPr/>
        </p:nvGrpSpPr>
        <p:grpSpPr>
          <a:xfrm>
            <a:off x="1" y="-11033"/>
            <a:ext cx="12203100" cy="6871600"/>
            <a:chOff x="0" y="-8275"/>
            <a:chExt cx="9152325" cy="5153700"/>
          </a:xfrm>
        </p:grpSpPr>
        <p:cxnSp>
          <p:nvCxnSpPr>
            <p:cNvPr id="326" name="Google Shape;326;p26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" name="Google Shape;327;p26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" name="Google Shape;328;p26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5463164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01213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9"/>
          <p:cNvSpPr txBox="1">
            <a:spLocks noGrp="1"/>
          </p:cNvSpPr>
          <p:nvPr>
            <p:ph type="title"/>
          </p:nvPr>
        </p:nvSpPr>
        <p:spPr>
          <a:xfrm>
            <a:off x="955700" y="681200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97357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3467" y="593367"/>
            <a:ext cx="10285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Text"/>
              <a:buNone/>
              <a:defRPr sz="30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3467" y="1536633"/>
            <a:ext cx="10285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7006336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31" name="Google Shape;331;p27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196051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C0E248-7656-809D-09F7-F98D9F167C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0" i="0" dirty="0"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Топологии компьютерных сетей</a:t>
            </a:r>
            <a:endParaRPr lang="ru-RU" dirty="0">
              <a:solidFill>
                <a:schemeClr val="tx1"/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95F9C8-2FD8-363B-C595-FE519909C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1578" y="4580012"/>
            <a:ext cx="5142400" cy="546000"/>
          </a:xfrm>
        </p:spPr>
        <p:txBody>
          <a:bodyPr/>
          <a:lstStyle/>
          <a:p>
            <a:pPr algn="l"/>
            <a:r>
              <a:rPr lang="ru-RU" b="0" i="0" dirty="0"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Виды, особенности, применение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6C1C39-29B8-9624-D77D-82EAE6CFCE58}"/>
              </a:ext>
            </a:extLst>
          </p:cNvPr>
          <p:cNvSpPr txBox="1"/>
          <p:nvPr/>
        </p:nvSpPr>
        <p:spPr>
          <a:xfrm>
            <a:off x="5682788" y="5126012"/>
            <a:ext cx="609494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b="0" i="0" dirty="0"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 </a:t>
            </a:r>
            <a:r>
              <a:rPr lang="ru-RU" sz="1200" b="0" i="0" dirty="0"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работа выполнена</a:t>
            </a:r>
          </a:p>
          <a:p>
            <a:pPr algn="r"/>
            <a:r>
              <a:rPr lang="ru-RU" sz="1200" dirty="0">
                <a:solidFill>
                  <a:schemeClr val="tx1"/>
                </a:solidFill>
                <a:latin typeface="Bahnschrift SemiLight SemiConde" panose="020B0502040204020203" pitchFamily="34" charset="0"/>
              </a:rPr>
              <a:t>студентом МФЮА</a:t>
            </a:r>
          </a:p>
          <a:p>
            <a:pPr algn="r"/>
            <a:r>
              <a:rPr lang="ru-RU" sz="1200" dirty="0">
                <a:solidFill>
                  <a:schemeClr val="tx1"/>
                </a:solidFill>
                <a:latin typeface="Bahnschrift SemiLight SemiConde" panose="020B0502040204020203" pitchFamily="34" charset="0"/>
              </a:rPr>
              <a:t>группа 28ИПо8482</a:t>
            </a:r>
          </a:p>
          <a:p>
            <a:pPr algn="r"/>
            <a:r>
              <a:rPr lang="ru-RU" sz="1200" b="0" i="0" dirty="0">
                <a:solidFill>
                  <a:schemeClr val="tx1"/>
                </a:solidFill>
                <a:effectLst/>
                <a:latin typeface="Bahnschrift SemiLight SemiConde" panose="020B0502040204020203" pitchFamily="34" charset="0"/>
              </a:rPr>
              <a:t>Климиным Тимофеем </a:t>
            </a:r>
          </a:p>
        </p:txBody>
      </p:sp>
    </p:spTree>
    <p:extLst>
      <p:ext uri="{BB962C8B-B14F-4D97-AF65-F5344CB8AC3E}">
        <p14:creationId xmlns:p14="http://schemas.microsoft.com/office/powerpoint/2010/main" val="332052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4C3329F6-1346-14D0-723F-C2F46BA2E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Что такое топология сети?</a:t>
            </a:r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F4A0AC0-2DAB-D0D0-9DA1-7A2C5772E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7239" y="1151400"/>
            <a:ext cx="5604761" cy="45552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Топология сети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 — это способ соединения компьютеров, серверов, коммутаторов и других устройств в единую сеть.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Различают </a:t>
            </a:r>
            <a:r>
              <a:rPr lang="ru-RU" sz="1600" b="1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физическую топологию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 (как проложены кабели) и </a:t>
            </a:r>
            <a:r>
              <a:rPr lang="ru-RU" sz="1600" b="1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логическую топологию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 (как данные передаются между узлами).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Выбор топологии напрямую влияет на: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600" b="0" i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Надёжность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 (выход из строя одного узла или кабеля)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600" b="0" i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Стоимость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 (количество кабеля и активного оборудования)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600" b="0" i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Пропускную способность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 и задержки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600" b="0" i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Масштабируемость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 (легкость добавления новых устройств)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C2F2E86-D79E-8261-5576-8063754DE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40" y="1941418"/>
            <a:ext cx="4940499" cy="254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420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E1DBA-1E0A-41F7-20EA-88BBF0EC7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Основные типы топологий</a:t>
            </a:r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E7063A9-B333-6B83-6AA8-BEF9A3EC9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536633"/>
            <a:ext cx="10189374" cy="2385828"/>
          </a:xfrm>
        </p:spPr>
        <p:txBody>
          <a:bodyPr/>
          <a:lstStyle/>
          <a:p>
            <a:pPr algn="l"/>
            <a:r>
              <a:rPr lang="ru-RU" sz="1600" b="0" i="0" dirty="0">
                <a:solidFill>
                  <a:schemeClr val="tx1"/>
                </a:solidFill>
                <a:effectLst/>
                <a:latin typeface="quote-cjk-patch"/>
              </a:rPr>
              <a:t>Существует </a:t>
            </a:r>
            <a:r>
              <a:rPr lang="ru-RU" sz="1600" b="1" i="0" dirty="0">
                <a:solidFill>
                  <a:schemeClr val="tx1"/>
                </a:solidFill>
                <a:effectLst/>
                <a:latin typeface="quote-cjk-patch"/>
              </a:rPr>
              <a:t>5 классических топологий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quote-cjk-patch"/>
              </a:rPr>
              <a:t>, а также их гибриды:</a:t>
            </a:r>
          </a:p>
          <a:p>
            <a:pPr algn="l">
              <a:buFont typeface="+mj-lt"/>
              <a:buAutoNum type="arabicPeriod"/>
            </a:pPr>
            <a:r>
              <a:rPr lang="ru-RU" sz="1600" b="1" i="0" dirty="0">
                <a:solidFill>
                  <a:schemeClr val="tx1"/>
                </a:solidFill>
                <a:effectLst/>
                <a:latin typeface="quote-cjk-patch"/>
              </a:rPr>
              <a:t>Шина (</a:t>
            </a:r>
            <a:r>
              <a:rPr lang="ru-RU" sz="1600" b="1" i="0" dirty="0" err="1">
                <a:solidFill>
                  <a:schemeClr val="tx1"/>
                </a:solidFill>
                <a:effectLst/>
                <a:latin typeface="quote-cjk-patch"/>
              </a:rPr>
              <a:t>Bus</a:t>
            </a:r>
            <a:r>
              <a:rPr lang="ru-RU" sz="1600" b="1" i="0" dirty="0">
                <a:solidFill>
                  <a:schemeClr val="tx1"/>
                </a:solidFill>
                <a:effectLst/>
                <a:latin typeface="quote-cjk-patch"/>
              </a:rPr>
              <a:t>)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quote-cjk-patch"/>
              </a:rPr>
              <a:t> — общий кабель для всех</a:t>
            </a:r>
          </a:p>
          <a:p>
            <a:pPr algn="l">
              <a:buFont typeface="+mj-lt"/>
              <a:buAutoNum type="arabicPeriod"/>
            </a:pPr>
            <a:r>
              <a:rPr lang="ru-RU" sz="1600" b="1" i="0" dirty="0">
                <a:solidFill>
                  <a:schemeClr val="tx1"/>
                </a:solidFill>
                <a:effectLst/>
                <a:latin typeface="quote-cjk-patch"/>
              </a:rPr>
              <a:t>Звезда (Star)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quote-cjk-patch"/>
              </a:rPr>
              <a:t> — центральный коммутатор</a:t>
            </a:r>
          </a:p>
          <a:p>
            <a:pPr algn="l">
              <a:buFont typeface="+mj-lt"/>
              <a:buAutoNum type="arabicPeriod"/>
            </a:pPr>
            <a:r>
              <a:rPr lang="ru-RU" sz="1600" b="1" i="0" dirty="0">
                <a:solidFill>
                  <a:schemeClr val="tx1"/>
                </a:solidFill>
                <a:effectLst/>
                <a:latin typeface="quote-cjk-patch"/>
              </a:rPr>
              <a:t>Кольцо (Ring)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quote-cjk-patch"/>
              </a:rPr>
              <a:t> — замкнутая цепь</a:t>
            </a:r>
          </a:p>
          <a:p>
            <a:pPr algn="l">
              <a:buFont typeface="+mj-lt"/>
              <a:buAutoNum type="arabicPeriod"/>
            </a:pPr>
            <a:r>
              <a:rPr lang="ru-RU" sz="1600" b="1" i="0" dirty="0">
                <a:solidFill>
                  <a:schemeClr val="tx1"/>
                </a:solidFill>
                <a:effectLst/>
                <a:latin typeface="quote-cjk-patch"/>
              </a:rPr>
              <a:t>Дерево (</a:t>
            </a:r>
            <a:r>
              <a:rPr lang="ru-RU" sz="1600" b="1" i="0" dirty="0" err="1">
                <a:solidFill>
                  <a:schemeClr val="tx1"/>
                </a:solidFill>
                <a:effectLst/>
                <a:latin typeface="quote-cjk-patch"/>
              </a:rPr>
              <a:t>Tree</a:t>
            </a:r>
            <a:r>
              <a:rPr lang="ru-RU" sz="1600" b="1" i="0" dirty="0">
                <a:solidFill>
                  <a:schemeClr val="tx1"/>
                </a:solidFill>
                <a:effectLst/>
                <a:latin typeface="quote-cjk-patch"/>
              </a:rPr>
              <a:t>)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quote-cjk-patch"/>
              </a:rPr>
              <a:t> — иерархическая звезда</a:t>
            </a:r>
          </a:p>
          <a:p>
            <a:pPr algn="l">
              <a:buFont typeface="+mj-lt"/>
              <a:buAutoNum type="arabicPeriod"/>
            </a:pPr>
            <a:r>
              <a:rPr lang="ru-RU" sz="1600" b="1" i="0" dirty="0">
                <a:solidFill>
                  <a:schemeClr val="tx1"/>
                </a:solidFill>
                <a:effectLst/>
                <a:latin typeface="quote-cjk-patch"/>
              </a:rPr>
              <a:t>Ячеистая (</a:t>
            </a:r>
            <a:r>
              <a:rPr lang="ru-RU" sz="1600" b="1" i="0" dirty="0" err="1">
                <a:solidFill>
                  <a:schemeClr val="tx1"/>
                </a:solidFill>
                <a:effectLst/>
                <a:latin typeface="quote-cjk-patch"/>
              </a:rPr>
              <a:t>Mesh</a:t>
            </a:r>
            <a:r>
              <a:rPr lang="ru-RU" sz="1600" b="1" i="0" dirty="0">
                <a:solidFill>
                  <a:schemeClr val="tx1"/>
                </a:solidFill>
                <a:effectLst/>
                <a:latin typeface="quote-cjk-patch"/>
              </a:rPr>
              <a:t>)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quote-cjk-patch"/>
              </a:rPr>
              <a:t> — множество связей между узлами</a:t>
            </a:r>
          </a:p>
          <a:p>
            <a:pPr algn="l"/>
            <a:r>
              <a:rPr lang="ru-RU" sz="1600" b="0" i="0" dirty="0">
                <a:solidFill>
                  <a:schemeClr val="tx1"/>
                </a:solidFill>
                <a:effectLst/>
                <a:latin typeface="quote-cjk-patch"/>
              </a:rPr>
              <a:t>Также выделяют </a:t>
            </a:r>
            <a:r>
              <a:rPr lang="ru-RU" sz="1600" b="1" i="0" dirty="0" err="1">
                <a:solidFill>
                  <a:schemeClr val="tx1"/>
                </a:solidFill>
                <a:effectLst/>
                <a:latin typeface="quote-cjk-patch"/>
              </a:rPr>
              <a:t>полносвязную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quote-cjk-patch"/>
              </a:rPr>
              <a:t> топологию (каждый с каждым), но она дорога и применяется редко — только в суперкомпьютерах.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9157C9D-5167-7723-616A-E8CD92E77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457" y="3922461"/>
            <a:ext cx="4938460" cy="277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017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F0DD99-75FD-BDEC-4DDF-B2E274798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Топология «Шина» (</a:t>
            </a:r>
            <a:r>
              <a:rPr lang="en-US" sz="2800" b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Bus)</a:t>
            </a:r>
            <a:br>
              <a:rPr lang="en-US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F6253F-7CCC-9494-6681-1211DA3AA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1" y="1536633"/>
            <a:ext cx="4967834" cy="4555163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Как работает: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 Все компьютеры подключаются к одному коаксиальному кабелю (трансиверу). На концах кабеля ставятся терминаторы для поглощения сигнала.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Плюсы:</a:t>
            </a:r>
            <a:endParaRPr lang="ru-RU" sz="1400" b="0" i="0" dirty="0">
              <a:solidFill>
                <a:schemeClr val="tx1"/>
              </a:solidFill>
              <a:effectLst/>
              <a:latin typeface="Bahnschrift SemiBold" panose="020B0502040204020203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Минимальный расход кабеля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Простота монтажа (не нужен активный коммутатор)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Дешевизна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Минусы:</a:t>
            </a:r>
            <a:endParaRPr lang="ru-RU" sz="1400" b="0" i="0" dirty="0">
              <a:solidFill>
                <a:schemeClr val="tx1"/>
              </a:solidFill>
              <a:effectLst/>
              <a:latin typeface="Bahnschrift SemiBold" panose="020B0502040204020203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При обрыве кабеля или отказе терминатора сеть полностью падает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Низкая производительность при &gt;10 компьютерах (коллизии)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Сложно найти повреждение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Где использовалась: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 Старые сети 10Base-2 (Ethernet на коаксиале), сегодня — практически не применяется.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F9EBED1-A247-B863-388B-4EC7117CE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835" y="2221887"/>
            <a:ext cx="4828452" cy="241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248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A79045-2079-115D-EBC5-F150A450D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Топология «Звезда» (</a:t>
            </a:r>
            <a:r>
              <a:rPr lang="en-US" sz="2800" b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Star)</a:t>
            </a:r>
            <a:br>
              <a:rPr lang="en-US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CB4027-F18D-ECF4-8BB6-A1D16B611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536633"/>
            <a:ext cx="5724579" cy="45552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Как работает: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 Все устройства (ПК, принтеры) подключаются к центральному устройству — коммутатору (</a:t>
            </a:r>
            <a:r>
              <a:rPr lang="ru-RU" sz="1400" b="0" i="0" dirty="0" err="1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Switch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) или концентратору (</a:t>
            </a:r>
            <a:r>
              <a:rPr lang="ru-RU" sz="1400" b="0" i="0" dirty="0" err="1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Hub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Плюсы:</a:t>
            </a:r>
            <a:endParaRPr lang="ru-RU" sz="1400" b="0" i="0" dirty="0">
              <a:solidFill>
                <a:schemeClr val="tx1"/>
              </a:solidFill>
              <a:effectLst/>
              <a:latin typeface="Bahnschrift SemiBold" panose="020B0502040204020203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Высокая надёжность: отказ одного ПК или кабеля не влияет на остальных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Простота поиска неисправностей (видно по индикаторам на коммутаторе)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Легко расширять — просто добавьте новый кабель в свободный порт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Минусы:</a:t>
            </a:r>
            <a:endParaRPr lang="ru-RU" sz="1400" b="0" i="0" dirty="0">
              <a:solidFill>
                <a:schemeClr val="tx1"/>
              </a:solidFill>
              <a:effectLst/>
              <a:latin typeface="Bahnschrift SemiBold" panose="020B0502040204020203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Требуется дополнительное оборудование (коммутатор)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Если откажет центральный коммутатор — вся сеть встанет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Расход кабеля выше, чем у шины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Где применяется: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 95% современных офисных и домашних сетей (Ethernet по витой паре).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D9A50C-0BE3-FB6A-E7B6-9704C19A5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55" y="2185901"/>
            <a:ext cx="3783318" cy="325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642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783169-8CA5-5FE0-6F71-11698F3D1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Топология «Кольцо» (</a:t>
            </a:r>
            <a:r>
              <a:rPr lang="en-US" sz="2800" b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Ring)</a:t>
            </a:r>
            <a:br>
              <a:rPr lang="en-US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845A15-430E-E103-E739-086DEE5EA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536633"/>
            <a:ext cx="5680436" cy="45552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Как работает: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 Сигнал передаётся от одного компьютера к другому по кругу. Используется </a:t>
            </a:r>
            <a:r>
              <a:rPr lang="ru-RU" sz="1400" b="1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маркерный доступ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 (</a:t>
            </a:r>
            <a:r>
              <a:rPr lang="ru-RU" sz="1400" b="0" i="0" dirty="0" err="1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Token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) — право на передачу получает тот, у кого есть маркер.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Плюсы:</a:t>
            </a:r>
            <a:endParaRPr lang="ru-RU" sz="1400" b="0" i="0" dirty="0">
              <a:solidFill>
                <a:schemeClr val="tx1"/>
              </a:solidFill>
              <a:effectLst/>
              <a:latin typeface="Bahnschrift SemiBold" panose="020B0502040204020203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Нет коллизий (столкновений данных)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Предсказуемое время доступа (важно для реального времени)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Минусы:</a:t>
            </a:r>
            <a:endParaRPr lang="ru-RU" sz="1400" b="0" i="0" dirty="0">
              <a:solidFill>
                <a:schemeClr val="tx1"/>
              </a:solidFill>
              <a:effectLst/>
              <a:latin typeface="Bahnschrift SemiBold" panose="020B0502040204020203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Выход одного ПК или обрыв кабеля разрывает кольцо (требуется обходной путь, например FDDI с двойным кольцом)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Сложность настройки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Где применялась: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 Сети </a:t>
            </a:r>
            <a:r>
              <a:rPr lang="ru-RU" sz="1400" b="0" i="0" dirty="0" err="1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Token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 Ring (IBM), FDDI на оптоволокне. Сегодня почти вытеснена звездой, но встречается в промышленных контроллерах (PROFIBUS).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8765B0-E44D-30F0-B6BC-B5D796C89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436" y="1938922"/>
            <a:ext cx="4467998" cy="298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158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9807A3-1DE0-FF5C-B699-A36A1AAA7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Топология «Дерево» (</a:t>
            </a:r>
            <a:r>
              <a:rPr lang="en-US" sz="2800" b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Tree)</a:t>
            </a:r>
            <a:br>
              <a:rPr lang="en-US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DF1F07A-5ACE-9EB0-248F-B271B35B1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Как работает: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 Это иерархическая комбинация звёзд. Несколько коммутаторов нижнего уровня подключаются к одному или двум коммутаторам верхнего уровня (магистрали).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Плюсы:</a:t>
            </a:r>
            <a:endParaRPr lang="ru-RU" sz="1600" b="0" i="0" dirty="0">
              <a:solidFill>
                <a:schemeClr val="tx1"/>
              </a:solidFill>
              <a:effectLst/>
              <a:latin typeface="Bahnschrift SemiBold" panose="020B0502040204020203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Позволяет строить крупные сети (на 500+ устройств)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Логическое разделение на подсети (VLAN)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Легко масштабировать добавлением новых веток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Минусы:</a:t>
            </a:r>
            <a:endParaRPr lang="ru-RU" sz="1600" b="0" i="0" dirty="0">
              <a:solidFill>
                <a:schemeClr val="tx1"/>
              </a:solidFill>
              <a:effectLst/>
              <a:latin typeface="Bahnschrift SemiBold" panose="020B0502040204020203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Требуется настройка маршрутизации между ветвями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При отказе корневого коммутатора — падает целая ветка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Где используется:</a:t>
            </a:r>
            <a:r>
              <a:rPr lang="ru-RU" sz="1600" b="0" i="0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 В корпоративных сетях, университетских кампусах, провайдерских сетях доступа.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B4F84B-EE5F-7C5A-8688-3213C7F43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336" y="4470101"/>
            <a:ext cx="4079328" cy="214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655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8C2961-EB6B-3CEA-79FA-07C67CB7B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Ячеистая топология (</a:t>
            </a:r>
            <a:r>
              <a:rPr lang="en-US" sz="2800" b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Mesh)</a:t>
            </a:r>
            <a:br>
              <a:rPr lang="en-US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AFF81D-9CE5-88BE-5FD3-41D201D83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9487" y="1356967"/>
            <a:ext cx="5352513" cy="45552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chemeClr val="tx1"/>
                </a:solidFill>
                <a:effectLst/>
                <a:latin typeface="quote-cjk-patch"/>
              </a:rPr>
              <a:t>Как работает: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quote-cjk-patch"/>
              </a:rPr>
              <a:t> Каждый узел соединён с несколькими другими.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chemeClr val="tx1"/>
                </a:solidFill>
                <a:effectLst/>
                <a:latin typeface="quote-cjk-patch"/>
              </a:rPr>
              <a:t>Полная ячеистая (Full </a:t>
            </a:r>
            <a:r>
              <a:rPr lang="ru-RU" sz="1400" b="1" i="0" dirty="0" err="1">
                <a:solidFill>
                  <a:schemeClr val="tx1"/>
                </a:solidFill>
                <a:effectLst/>
                <a:latin typeface="quote-cjk-patch"/>
              </a:rPr>
              <a:t>Mesh</a:t>
            </a:r>
            <a:r>
              <a:rPr lang="ru-RU" sz="1400" b="1" i="0" dirty="0">
                <a:solidFill>
                  <a:schemeClr val="tx1"/>
                </a:solidFill>
                <a:effectLst/>
                <a:latin typeface="quote-cjk-patch"/>
              </a:rPr>
              <a:t>)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quote-cjk-patch"/>
              </a:rPr>
              <a:t> — каждый с каждым (N*(N-1)/2 связей).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chemeClr val="tx1"/>
                </a:solidFill>
                <a:effectLst/>
                <a:latin typeface="quote-cjk-patch"/>
              </a:rPr>
              <a:t>Частичная ячеистая (</a:t>
            </a:r>
            <a:r>
              <a:rPr lang="ru-RU" sz="1400" b="1" i="0" dirty="0" err="1">
                <a:solidFill>
                  <a:schemeClr val="tx1"/>
                </a:solidFill>
                <a:effectLst/>
                <a:latin typeface="quote-cjk-patch"/>
              </a:rPr>
              <a:t>Partial</a:t>
            </a:r>
            <a:r>
              <a:rPr lang="ru-RU" sz="1400" b="1" i="0" dirty="0">
                <a:solidFill>
                  <a:schemeClr val="tx1"/>
                </a:solidFill>
                <a:effectLst/>
                <a:latin typeface="quote-cjk-patch"/>
              </a:rPr>
              <a:t> </a:t>
            </a:r>
            <a:r>
              <a:rPr lang="ru-RU" sz="1400" b="1" i="0" dirty="0" err="1">
                <a:solidFill>
                  <a:schemeClr val="tx1"/>
                </a:solidFill>
                <a:effectLst/>
                <a:latin typeface="quote-cjk-patch"/>
              </a:rPr>
              <a:t>Mesh</a:t>
            </a:r>
            <a:r>
              <a:rPr lang="ru-RU" sz="1400" b="1" i="0" dirty="0">
                <a:solidFill>
                  <a:schemeClr val="tx1"/>
                </a:solidFill>
                <a:effectLst/>
                <a:latin typeface="quote-cjk-patch"/>
              </a:rPr>
              <a:t>)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quote-cjk-patch"/>
              </a:rPr>
              <a:t> — только важные узлы соединены напрямую.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chemeClr val="tx1"/>
                </a:solidFill>
                <a:effectLst/>
                <a:latin typeface="quote-cjk-patch"/>
              </a:rPr>
              <a:t>Плюсы:</a:t>
            </a:r>
            <a:endParaRPr lang="ru-RU" sz="1400" b="0" i="0" dirty="0">
              <a:solidFill>
                <a:schemeClr val="tx1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quote-cjk-patch"/>
              </a:rPr>
              <a:t>Максимальная отказоустойчивость: обрыв любого кабеля не останавливает сеть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quote-cjk-patch"/>
              </a:rPr>
              <a:t>Можно выбирать наименее загруженный маршрут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chemeClr val="tx1"/>
                </a:solidFill>
                <a:effectLst/>
                <a:latin typeface="quote-cjk-patch"/>
              </a:rPr>
              <a:t>Минусы:</a:t>
            </a:r>
            <a:endParaRPr lang="ru-RU" sz="1400" b="0" i="0" dirty="0">
              <a:solidFill>
                <a:schemeClr val="tx1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quote-cjk-patch"/>
              </a:rPr>
              <a:t>Огромный расход кабеля (при 10 компьютерах надо 45 кабелей)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chemeClr val="tx1"/>
                </a:solidFill>
                <a:effectLst/>
                <a:latin typeface="quote-cjk-patch"/>
              </a:rPr>
              <a:t>Сложность прокладки и настройки (нужны динамические протоколы маршрутизации)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chemeClr val="tx1"/>
                </a:solidFill>
                <a:effectLst/>
                <a:latin typeface="quote-cjk-patch"/>
              </a:rPr>
              <a:t>Где используется: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quote-cjk-patch"/>
              </a:rPr>
              <a:t> Военные сети, дата-центры (топология </a:t>
            </a:r>
            <a:r>
              <a:rPr lang="ru-RU" sz="1400" b="0" i="0" dirty="0" err="1">
                <a:solidFill>
                  <a:schemeClr val="tx1"/>
                </a:solidFill>
                <a:effectLst/>
                <a:latin typeface="quote-cjk-patch"/>
              </a:rPr>
              <a:t>Spine-Leaf</a:t>
            </a:r>
            <a:r>
              <a:rPr lang="ru-RU" sz="1400" b="0" i="0" dirty="0">
                <a:solidFill>
                  <a:schemeClr val="tx1"/>
                </a:solidFill>
                <a:effectLst/>
                <a:latin typeface="quote-cjk-patch"/>
              </a:rPr>
              <a:t> — вариант частичной ячеистой), магистрали интернета.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06788A2-4AC0-1818-9593-02ED16CD5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998" y="2012665"/>
            <a:ext cx="5143002" cy="283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468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DB1EBD-70C2-0E42-046C-5FBD72A9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Сравнительная таблица топологий</a:t>
            </a:r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793910-3669-A941-108D-0407089DF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81A6E22-6A25-7080-9764-ED866DE62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750429"/>
              </p:ext>
            </p:extLst>
          </p:nvPr>
        </p:nvGraphicFramePr>
        <p:xfrm>
          <a:off x="2031999" y="2686281"/>
          <a:ext cx="8128002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10053547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10622827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52873393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104217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88393161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5851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</a:rPr>
                        <a:t>Топология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Bahnschrift SemiBold" panose="020B0502040204020203" pitchFamily="34" charset="0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Стоимость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Bahnschrift SemiBold" panose="020B0502040204020203" pitchFamily="34" charset="0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Надёжность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</a:rPr>
                        <a:t>Сложность монтажа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Скорость при нагрузке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Bahnschrift SemiBold" panose="020B0502040204020203" pitchFamily="34" charset="0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Где встречается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770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Шина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Очень низкая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Низкая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Низкая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Падает при 5+ ПК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Устарела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30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Звезда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Средняя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Средняя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  <a:p>
                      <a:pPr algn="ctr"/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Низкая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Стабильна до 100 ПК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Дома, офисы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29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Кольцо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Средняя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Средняя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  <a:p>
                      <a:pPr algn="ctr"/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Средняя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  <a:p>
                      <a:pPr algn="ctr"/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Стабильна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Промышленность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175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Дерево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Выше средней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Средняя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  <a:p>
                      <a:pPr algn="ctr"/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Высокая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Зависит от магистрали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Кампусы, </a:t>
                      </a: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ISP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896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Mesh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Очень высокая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Очень высокая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  <a:p>
                      <a:pPr algn="ctr"/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Очень высокая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  <a:p>
                      <a:pPr algn="ctr"/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Высокая (много путей)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hnschrift SemiBold" panose="020B0502040204020203" pitchFamily="34" charset="0"/>
                          <a:ea typeface="+mn-ea"/>
                          <a:cs typeface="+mn-cs"/>
                          <a:sym typeface="Arial"/>
                        </a:rPr>
                        <a:t>Дата-центры, военные</a:t>
                      </a:r>
                      <a:endParaRPr lang="ru-RU" sz="1200" dirty="0">
                        <a:solidFill>
                          <a:schemeClr val="tx1"/>
                        </a:solidFill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722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4753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A602F47-E9FB-E50D-77D0-93E35AE3FA6F}"/>
              </a:ext>
            </a:extLst>
          </p:cNvPr>
          <p:cNvSpPr txBox="1"/>
          <p:nvPr/>
        </p:nvSpPr>
        <p:spPr>
          <a:xfrm>
            <a:off x="775663" y="634389"/>
            <a:ext cx="61044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Выводы и рекомендации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41119E-D5E4-E8B1-22D5-F46ED47F2E8C}"/>
              </a:ext>
            </a:extLst>
          </p:cNvPr>
          <p:cNvSpPr txBox="1"/>
          <p:nvPr/>
        </p:nvSpPr>
        <p:spPr>
          <a:xfrm>
            <a:off x="1311691" y="1610412"/>
            <a:ext cx="610440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Bahnschrift SemiBold" panose="020B0502040204020203" pitchFamily="34" charset="0"/>
              </a:rPr>
              <a:t>Для дома и малого офиса (до 20 ПК) — идеальна звезда (один роутер или свитч).</a:t>
            </a:r>
          </a:p>
          <a:p>
            <a:endParaRPr lang="ru-RU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  <a:p>
            <a:r>
              <a:rPr lang="ru-RU" dirty="0">
                <a:solidFill>
                  <a:schemeClr val="tx1"/>
                </a:solidFill>
                <a:latin typeface="Bahnschrift SemiBold" panose="020B0502040204020203" pitchFamily="34" charset="0"/>
              </a:rPr>
              <a:t>Для крупной компании (100+ ПК) — дерево из звёзд с резервированием магистралей.</a:t>
            </a:r>
          </a:p>
          <a:p>
            <a:endParaRPr lang="ru-RU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  <a:p>
            <a:r>
              <a:rPr lang="ru-RU" dirty="0">
                <a:solidFill>
                  <a:schemeClr val="tx1"/>
                </a:solidFill>
                <a:latin typeface="Bahnschrift SemiBold" panose="020B0502040204020203" pitchFamily="34" charset="0"/>
              </a:rPr>
              <a:t>Для дата-центра и отказоустойчивых систем — ячеистая (</a:t>
            </a:r>
            <a:r>
              <a:rPr lang="ru-RU" dirty="0" err="1">
                <a:solidFill>
                  <a:schemeClr val="tx1"/>
                </a:solidFill>
                <a:latin typeface="Bahnschrift SemiBold" panose="020B0502040204020203" pitchFamily="34" charset="0"/>
              </a:rPr>
              <a:t>Spine-Leaf</a:t>
            </a:r>
            <a:r>
              <a:rPr lang="ru-RU" dirty="0">
                <a:solidFill>
                  <a:schemeClr val="tx1"/>
                </a:solidFill>
                <a:latin typeface="Bahnschrift SemiBold" panose="020B0502040204020203" pitchFamily="34" charset="0"/>
              </a:rPr>
              <a:t>).</a:t>
            </a:r>
          </a:p>
          <a:p>
            <a:endParaRPr lang="ru-RU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  <a:p>
            <a:r>
              <a:rPr lang="ru-RU" dirty="0">
                <a:solidFill>
                  <a:schemeClr val="tx1"/>
                </a:solidFill>
                <a:latin typeface="Bahnschrift SemiBold" panose="020B0502040204020203" pitchFamily="34" charset="0"/>
              </a:rPr>
              <a:t>Шина и классическое кольцо — только в учебных целях или на старом оборудовании.</a:t>
            </a:r>
          </a:p>
          <a:p>
            <a:endParaRPr lang="ru-RU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  <a:p>
            <a:r>
              <a:rPr lang="ru-RU" dirty="0">
                <a:solidFill>
                  <a:schemeClr val="tx1"/>
                </a:solidFill>
                <a:latin typeface="Bahnschrift SemiBold" panose="020B0502040204020203" pitchFamily="34" charset="0"/>
              </a:rPr>
              <a:t>Главная формула выбора:</a:t>
            </a:r>
          </a:p>
          <a:p>
            <a:endParaRPr lang="ru-RU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  <a:p>
            <a:r>
              <a:rPr lang="ru-RU" dirty="0">
                <a:solidFill>
                  <a:schemeClr val="tx1"/>
                </a:solidFill>
                <a:latin typeface="Bahnschrift SemiBold" panose="020B0502040204020203" pitchFamily="34" charset="0"/>
              </a:rPr>
              <a:t>Надёжность = (Количество резервных каналов) / (Вероятность отказа узла)</a:t>
            </a:r>
          </a:p>
          <a:p>
            <a:r>
              <a:rPr lang="ru-RU" dirty="0">
                <a:solidFill>
                  <a:schemeClr val="tx1"/>
                </a:solidFill>
                <a:latin typeface="Bahnschrift SemiBold" panose="020B0502040204020203" pitchFamily="34" charset="0"/>
              </a:rPr>
              <a:t>Но всегда идёт компромисс с бюджетом на кабели и оборудование.</a:t>
            </a:r>
          </a:p>
        </p:txBody>
      </p:sp>
    </p:spTree>
    <p:extLst>
      <p:ext uri="{BB962C8B-B14F-4D97-AF65-F5344CB8AC3E}">
        <p14:creationId xmlns:p14="http://schemas.microsoft.com/office/powerpoint/2010/main" val="2921775296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and Clean Case Report by Slidesgo">
  <a:themeElements>
    <a:clrScheme name="Simple Light">
      <a:dk1>
        <a:srgbClr val="092F53"/>
      </a:dk1>
      <a:lt1>
        <a:srgbClr val="EBEBEB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F53"/>
      </a:hlink>
      <a:folHlink>
        <a:srgbClr val="0097A7"/>
      </a:folHlink>
    </a:clrScheme>
    <a:fontScheme name="Стандартная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Elegant and Clean Case Report by Slidesgo</Template>
  <TotalTime>77</TotalTime>
  <Words>807</Words>
  <Application>Microsoft Office PowerPoint</Application>
  <PresentationFormat>Широкоэкранный</PresentationFormat>
  <Paragraphs>126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10</vt:i4>
      </vt:variant>
    </vt:vector>
  </HeadingPairs>
  <TitlesOfParts>
    <vt:vector size="20" baseType="lpstr">
      <vt:lpstr>Arial</vt:lpstr>
      <vt:lpstr>Arimo</vt:lpstr>
      <vt:lpstr>Bahnschrift SemiBold</vt:lpstr>
      <vt:lpstr>Bahnschrift SemiLight SemiConde</vt:lpstr>
      <vt:lpstr>DM Serif Text</vt:lpstr>
      <vt:lpstr>Proxima Nova</vt:lpstr>
      <vt:lpstr>quote-cjk-patch</vt:lpstr>
      <vt:lpstr>Raleway</vt:lpstr>
      <vt:lpstr>Elegant and Clean Case Report by Slidesgo</vt:lpstr>
      <vt:lpstr>Slidesgo Final Pages</vt:lpstr>
      <vt:lpstr>Топологии компьютерных сетей</vt:lpstr>
      <vt:lpstr>Что такое топология сети? </vt:lpstr>
      <vt:lpstr>Основные типы топологий </vt:lpstr>
      <vt:lpstr>Топология «Шина» (Bus) </vt:lpstr>
      <vt:lpstr>Топология «Звезда» (Star) </vt:lpstr>
      <vt:lpstr>Топология «Кольцо» (Ring) </vt:lpstr>
      <vt:lpstr>Топология «Дерево» (Tree) </vt:lpstr>
      <vt:lpstr>Ячеистая топология (Mesh) </vt:lpstr>
      <vt:lpstr>Сравнительная таблица топологий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Тимофей Климин</dc:creator>
  <cp:lastModifiedBy>Тимофей Климин</cp:lastModifiedBy>
  <cp:revision>1</cp:revision>
  <dcterms:created xsi:type="dcterms:W3CDTF">2026-04-26T20:20:00Z</dcterms:created>
  <dcterms:modified xsi:type="dcterms:W3CDTF">2026-04-26T21:37:59Z</dcterms:modified>
</cp:coreProperties>
</file>