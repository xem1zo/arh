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3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  <p:sldMasterId id="2147483817" r:id="rId2"/>
    <p:sldMasterId id="2147483819" r:id="rId3"/>
    <p:sldMasterId id="2147483822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6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87200" y="1877117"/>
            <a:ext cx="10017600" cy="2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87200" y="4470884"/>
            <a:ext cx="100176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2489367" y="1350901"/>
            <a:ext cx="6418728" cy="228048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 rot="10800000">
            <a:off x="-305680" y="4529073"/>
            <a:ext cx="4900647" cy="252508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 rot="-315040" flipH="1">
            <a:off x="-315127" y="5966683"/>
            <a:ext cx="2819261" cy="13294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4376951" y="635881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2"/>
          <p:cNvSpPr/>
          <p:nvPr/>
        </p:nvSpPr>
        <p:spPr>
          <a:xfrm>
            <a:off x="1236400" y="56137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2"/>
          <p:cNvSpPr/>
          <p:nvPr/>
        </p:nvSpPr>
        <p:spPr>
          <a:xfrm>
            <a:off x="73984" y="38776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/>
          <p:nvPr/>
        </p:nvSpPr>
        <p:spPr>
          <a:xfrm>
            <a:off x="5676233" y="65357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2"/>
          <p:cNvSpPr/>
          <p:nvPr/>
        </p:nvSpPr>
        <p:spPr>
          <a:xfrm>
            <a:off x="2079051" y="5214051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2"/>
          <p:cNvSpPr/>
          <p:nvPr/>
        </p:nvSpPr>
        <p:spPr>
          <a:xfrm rot="-5400000">
            <a:off x="8147005" y="3370524"/>
            <a:ext cx="6418728" cy="228048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2"/>
          <p:cNvSpPr/>
          <p:nvPr/>
        </p:nvSpPr>
        <p:spPr>
          <a:xfrm>
            <a:off x="7659567" y="-225812"/>
            <a:ext cx="4837029" cy="2492397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2"/>
          <p:cNvSpPr/>
          <p:nvPr/>
        </p:nvSpPr>
        <p:spPr>
          <a:xfrm rot="10484934" flipH="1">
            <a:off x="9723274" y="-464660"/>
            <a:ext cx="2782727" cy="131221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2"/>
          <p:cNvSpPr/>
          <p:nvPr/>
        </p:nvSpPr>
        <p:spPr>
          <a:xfrm rot="10800000">
            <a:off x="7513084" y="27722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2"/>
          <p:cNvSpPr/>
          <p:nvPr/>
        </p:nvSpPr>
        <p:spPr>
          <a:xfrm rot="10800000">
            <a:off x="10334133" y="13664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2"/>
          <p:cNvSpPr/>
          <p:nvPr/>
        </p:nvSpPr>
        <p:spPr>
          <a:xfrm rot="10800000">
            <a:off x="11973984" y="258636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2"/>
          <p:cNvSpPr/>
          <p:nvPr/>
        </p:nvSpPr>
        <p:spPr>
          <a:xfrm rot="10800000">
            <a:off x="6300600" y="18666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0238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2549967" y="3015117"/>
            <a:ext cx="7092000" cy="10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>
            <a:off x="4140800" y="1552900"/>
            <a:ext cx="39104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66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3753867" y="4266837"/>
            <a:ext cx="4684400" cy="7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 rot="10800000">
            <a:off x="-346922" y="438039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3"/>
          <p:cNvSpPr/>
          <p:nvPr/>
        </p:nvSpPr>
        <p:spPr>
          <a:xfrm rot="10800000">
            <a:off x="211309" y="5906643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32;p3"/>
          <p:cNvSpPr/>
          <p:nvPr/>
        </p:nvSpPr>
        <p:spPr>
          <a:xfrm>
            <a:off x="4932967" y="6218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3"/>
          <p:cNvSpPr/>
          <p:nvPr/>
        </p:nvSpPr>
        <p:spPr>
          <a:xfrm>
            <a:off x="2414684" y="58434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3"/>
          <p:cNvSpPr/>
          <p:nvPr/>
        </p:nvSpPr>
        <p:spPr>
          <a:xfrm>
            <a:off x="-442899" y="493793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" name="Google Shape;35;p3"/>
          <p:cNvSpPr/>
          <p:nvPr/>
        </p:nvSpPr>
        <p:spPr>
          <a:xfrm>
            <a:off x="1642700" y="5356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3"/>
          <p:cNvSpPr/>
          <p:nvPr/>
        </p:nvSpPr>
        <p:spPr>
          <a:xfrm>
            <a:off x="145184" y="4010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3"/>
          <p:cNvSpPr/>
          <p:nvPr/>
        </p:nvSpPr>
        <p:spPr>
          <a:xfrm>
            <a:off x="7153568" y="22215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3"/>
          <p:cNvSpPr/>
          <p:nvPr/>
        </p:nvSpPr>
        <p:spPr>
          <a:xfrm>
            <a:off x="6499401" y="-444616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3"/>
          <p:cNvSpPr/>
          <p:nvPr/>
        </p:nvSpPr>
        <p:spPr>
          <a:xfrm rot="10800000">
            <a:off x="7153567" y="5590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3"/>
          <p:cNvSpPr/>
          <p:nvPr/>
        </p:nvSpPr>
        <p:spPr>
          <a:xfrm rot="10800000">
            <a:off x="9585051" y="8474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3"/>
          <p:cNvSpPr/>
          <p:nvPr/>
        </p:nvSpPr>
        <p:spPr>
          <a:xfrm rot="10800000">
            <a:off x="8828366" y="-5810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" name="Google Shape;42;p3"/>
          <p:cNvSpPr/>
          <p:nvPr/>
        </p:nvSpPr>
        <p:spPr>
          <a:xfrm rot="10800000">
            <a:off x="10443833" y="14212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3"/>
          <p:cNvSpPr/>
          <p:nvPr/>
        </p:nvSpPr>
        <p:spPr>
          <a:xfrm rot="10800000">
            <a:off x="11854551" y="2680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0645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958233" y="1371600"/>
            <a:ext cx="10275200" cy="47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47" name="Google Shape;47;p4"/>
          <p:cNvGrpSpPr/>
          <p:nvPr/>
        </p:nvGrpSpPr>
        <p:grpSpPr>
          <a:xfrm flipH="1">
            <a:off x="-172999" y="-155066"/>
            <a:ext cx="3578712" cy="2317551"/>
            <a:chOff x="6654501" y="-116300"/>
            <a:chExt cx="2684034" cy="1738163"/>
          </a:xfrm>
        </p:grpSpPr>
        <p:sp>
          <p:nvSpPr>
            <p:cNvPr id="48" name="Google Shape;48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" name="Google Shape;54;p4"/>
          <p:cNvGrpSpPr/>
          <p:nvPr/>
        </p:nvGrpSpPr>
        <p:grpSpPr>
          <a:xfrm>
            <a:off x="9075868" y="-155066"/>
            <a:ext cx="3578712" cy="2317551"/>
            <a:chOff x="6654501" y="-116300"/>
            <a:chExt cx="2684034" cy="1738163"/>
          </a:xfrm>
        </p:grpSpPr>
        <p:sp>
          <p:nvSpPr>
            <p:cNvPr id="55" name="Google Shape;55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55393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6759267" y="3454117"/>
            <a:ext cx="384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6759200" y="4046667"/>
            <a:ext cx="3846400" cy="10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1586384" y="3454117"/>
            <a:ext cx="384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1586400" y="4046667"/>
            <a:ext cx="3846400" cy="10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 rot="10376871">
            <a:off x="-661228" y="-271407"/>
            <a:ext cx="5524917" cy="188225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67;p5"/>
          <p:cNvSpPr/>
          <p:nvPr/>
        </p:nvSpPr>
        <p:spPr>
          <a:xfrm>
            <a:off x="5083535" y="465299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68;p5"/>
          <p:cNvSpPr/>
          <p:nvPr/>
        </p:nvSpPr>
        <p:spPr>
          <a:xfrm>
            <a:off x="790968" y="11181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69;p5"/>
          <p:cNvSpPr/>
          <p:nvPr/>
        </p:nvSpPr>
        <p:spPr>
          <a:xfrm>
            <a:off x="5891701" y="8445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5"/>
          <p:cNvSpPr/>
          <p:nvPr/>
        </p:nvSpPr>
        <p:spPr>
          <a:xfrm>
            <a:off x="3975801" y="3336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5"/>
          <p:cNvSpPr/>
          <p:nvPr/>
        </p:nvSpPr>
        <p:spPr>
          <a:xfrm flipH="1">
            <a:off x="-268036" y="-219469"/>
            <a:ext cx="4009803" cy="165883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5"/>
          <p:cNvSpPr/>
          <p:nvPr/>
        </p:nvSpPr>
        <p:spPr>
          <a:xfrm rot="10800000">
            <a:off x="-346148" y="-396104"/>
            <a:ext cx="3276581" cy="124067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5"/>
          <p:cNvSpPr/>
          <p:nvPr/>
        </p:nvSpPr>
        <p:spPr>
          <a:xfrm rot="-448972">
            <a:off x="7224298" y="5208301"/>
            <a:ext cx="5486652" cy="185941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5"/>
          <p:cNvSpPr/>
          <p:nvPr/>
        </p:nvSpPr>
        <p:spPr>
          <a:xfrm rot="10800000">
            <a:off x="6280948" y="6299264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75;p5"/>
          <p:cNvSpPr/>
          <p:nvPr/>
        </p:nvSpPr>
        <p:spPr>
          <a:xfrm rot="10800000">
            <a:off x="11188448" y="555796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76;p5"/>
          <p:cNvSpPr/>
          <p:nvPr/>
        </p:nvSpPr>
        <p:spPr>
          <a:xfrm rot="10800000">
            <a:off x="7187681" y="555796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5"/>
          <p:cNvSpPr/>
          <p:nvPr/>
        </p:nvSpPr>
        <p:spPr>
          <a:xfrm rot="10800000">
            <a:off x="8003615" y="6342464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" name="Google Shape;78;p5"/>
          <p:cNvSpPr/>
          <p:nvPr/>
        </p:nvSpPr>
        <p:spPr>
          <a:xfrm rot="10800000" flipH="1">
            <a:off x="8368849" y="5368402"/>
            <a:ext cx="4009803" cy="165883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5"/>
          <p:cNvSpPr/>
          <p:nvPr/>
        </p:nvSpPr>
        <p:spPr>
          <a:xfrm>
            <a:off x="9180183" y="5963197"/>
            <a:ext cx="3276581" cy="124067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5610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810943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" name="Google Shape;83;p6"/>
          <p:cNvSpPr/>
          <p:nvPr/>
        </p:nvSpPr>
        <p:spPr>
          <a:xfrm rot="10800000">
            <a:off x="9287568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84;p6"/>
          <p:cNvSpPr/>
          <p:nvPr/>
        </p:nvSpPr>
        <p:spPr>
          <a:xfrm rot="10484947" flipH="1">
            <a:off x="10665847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85;p6"/>
          <p:cNvSpPr/>
          <p:nvPr/>
        </p:nvSpPr>
        <p:spPr>
          <a:xfrm rot="10800000">
            <a:off x="96295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86;p6"/>
          <p:cNvSpPr/>
          <p:nvPr/>
        </p:nvSpPr>
        <p:spPr>
          <a:xfrm rot="10800000">
            <a:off x="10902867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87;p6"/>
          <p:cNvSpPr/>
          <p:nvPr/>
        </p:nvSpPr>
        <p:spPr>
          <a:xfrm rot="10800000">
            <a:off x="11930567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1325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943400" y="2563933"/>
            <a:ext cx="6480000" cy="10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"/>
          </p:nvPr>
        </p:nvSpPr>
        <p:spPr>
          <a:xfrm>
            <a:off x="943533" y="3777767"/>
            <a:ext cx="6480000" cy="6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 rot="-10667561">
            <a:off x="407828" y="5861780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7"/>
          <p:cNvSpPr/>
          <p:nvPr/>
        </p:nvSpPr>
        <p:spPr>
          <a:xfrm rot="10800000">
            <a:off x="536613" y="5738129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" name="Google Shape;93;p7"/>
          <p:cNvSpPr/>
          <p:nvPr/>
        </p:nvSpPr>
        <p:spPr>
          <a:xfrm>
            <a:off x="-362816" y="5545483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7"/>
          <p:cNvSpPr/>
          <p:nvPr/>
        </p:nvSpPr>
        <p:spPr>
          <a:xfrm>
            <a:off x="6995568" y="64276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" name="Google Shape;95;p7"/>
          <p:cNvSpPr/>
          <p:nvPr/>
        </p:nvSpPr>
        <p:spPr>
          <a:xfrm>
            <a:off x="536601" y="52695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7"/>
          <p:cNvSpPr/>
          <p:nvPr/>
        </p:nvSpPr>
        <p:spPr>
          <a:xfrm>
            <a:off x="1537401" y="58541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7"/>
          <p:cNvSpPr/>
          <p:nvPr/>
        </p:nvSpPr>
        <p:spPr>
          <a:xfrm>
            <a:off x="3813001" y="6316632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7"/>
          <p:cNvSpPr/>
          <p:nvPr/>
        </p:nvSpPr>
        <p:spPr>
          <a:xfrm rot="-132439" flipH="1">
            <a:off x="407828" y="-5322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7"/>
          <p:cNvSpPr/>
          <p:nvPr/>
        </p:nvSpPr>
        <p:spPr>
          <a:xfrm flipH="1">
            <a:off x="536613" y="-176902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100;p7"/>
          <p:cNvSpPr/>
          <p:nvPr/>
        </p:nvSpPr>
        <p:spPr>
          <a:xfrm rot="10800000" flipH="1">
            <a:off x="-362816" y="-1450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101;p7"/>
          <p:cNvSpPr/>
          <p:nvPr/>
        </p:nvSpPr>
        <p:spPr>
          <a:xfrm rot="10800000" flipH="1">
            <a:off x="536601" y="14486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7"/>
          <p:cNvSpPr/>
          <p:nvPr/>
        </p:nvSpPr>
        <p:spPr>
          <a:xfrm rot="10800000" flipH="1">
            <a:off x="1537401" y="86408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7"/>
          <p:cNvSpPr/>
          <p:nvPr/>
        </p:nvSpPr>
        <p:spPr>
          <a:xfrm rot="10800000" flipH="1">
            <a:off x="3813001" y="401616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104;p7"/>
          <p:cNvSpPr/>
          <p:nvPr/>
        </p:nvSpPr>
        <p:spPr>
          <a:xfrm rot="10800000" flipH="1">
            <a:off x="6995568" y="2041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1062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>
            <a:spLocks noGrp="1"/>
          </p:cNvSpPr>
          <p:nvPr>
            <p:ph type="title"/>
          </p:nvPr>
        </p:nvSpPr>
        <p:spPr>
          <a:xfrm>
            <a:off x="1850800" y="1434700"/>
            <a:ext cx="8490400" cy="37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2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 flipH="1">
            <a:off x="-568538" y="-11293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8"/>
          <p:cNvSpPr/>
          <p:nvPr/>
        </p:nvSpPr>
        <p:spPr>
          <a:xfrm rot="10800000">
            <a:off x="-393045" y="-486934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8"/>
          <p:cNvSpPr/>
          <p:nvPr/>
        </p:nvSpPr>
        <p:spPr>
          <a:xfrm rot="-5400147">
            <a:off x="309953" y="-922167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8"/>
          <p:cNvSpPr/>
          <p:nvPr/>
        </p:nvSpPr>
        <p:spPr>
          <a:xfrm flipH="1">
            <a:off x="911355" y="809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" name="Google Shape;111;p8"/>
          <p:cNvSpPr/>
          <p:nvPr/>
        </p:nvSpPr>
        <p:spPr>
          <a:xfrm flipH="1">
            <a:off x="3301421" y="888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" name="Google Shape;112;p8"/>
          <p:cNvSpPr/>
          <p:nvPr/>
        </p:nvSpPr>
        <p:spPr>
          <a:xfrm flipH="1">
            <a:off x="4231488" y="326300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" name="Google Shape;113;p8"/>
          <p:cNvSpPr/>
          <p:nvPr/>
        </p:nvSpPr>
        <p:spPr>
          <a:xfrm flipH="1">
            <a:off x="8755255" y="364733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8"/>
          <p:cNvSpPr/>
          <p:nvPr/>
        </p:nvSpPr>
        <p:spPr>
          <a:xfrm rot="10800000" flipH="1">
            <a:off x="3508128" y="590715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8"/>
          <p:cNvSpPr/>
          <p:nvPr/>
        </p:nvSpPr>
        <p:spPr>
          <a:xfrm>
            <a:off x="8403857" y="6158357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8"/>
          <p:cNvSpPr/>
          <p:nvPr/>
        </p:nvSpPr>
        <p:spPr>
          <a:xfrm rot="5399853">
            <a:off x="9943281" y="5097926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" name="Google Shape;117;p8"/>
          <p:cNvSpPr/>
          <p:nvPr/>
        </p:nvSpPr>
        <p:spPr>
          <a:xfrm rot="10800000" flipH="1">
            <a:off x="11083795" y="6026756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" name="Google Shape;118;p8"/>
          <p:cNvSpPr/>
          <p:nvPr/>
        </p:nvSpPr>
        <p:spPr>
          <a:xfrm rot="10800000" flipH="1">
            <a:off x="8606928" y="586082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8"/>
          <p:cNvSpPr/>
          <p:nvPr/>
        </p:nvSpPr>
        <p:spPr>
          <a:xfrm rot="10800000" flipH="1">
            <a:off x="7763661" y="6509656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8"/>
          <p:cNvSpPr/>
          <p:nvPr/>
        </p:nvSpPr>
        <p:spPr>
          <a:xfrm rot="10800000" flipH="1">
            <a:off x="11666561" y="564282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8"/>
          <p:cNvSpPr/>
          <p:nvPr/>
        </p:nvSpPr>
        <p:spPr>
          <a:xfrm rot="10800000" flipH="1">
            <a:off x="3153095" y="6384823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8"/>
          <p:cNvSpPr/>
          <p:nvPr/>
        </p:nvSpPr>
        <p:spPr>
          <a:xfrm flipH="1">
            <a:off x="241788" y="1106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3219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1727900" y="1750767"/>
            <a:ext cx="8736000" cy="19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1728100" y="3777767"/>
            <a:ext cx="8736000" cy="1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 rot="10800000" flipH="1">
            <a:off x="7153568" y="438039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9"/>
          <p:cNvSpPr/>
          <p:nvPr/>
        </p:nvSpPr>
        <p:spPr>
          <a:xfrm rot="10800000" flipH="1">
            <a:off x="6499401" y="5906643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9"/>
          <p:cNvSpPr/>
          <p:nvPr/>
        </p:nvSpPr>
        <p:spPr>
          <a:xfrm flipH="1">
            <a:off x="7153567" y="6218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9"/>
          <p:cNvSpPr/>
          <p:nvPr/>
        </p:nvSpPr>
        <p:spPr>
          <a:xfrm flipH="1">
            <a:off x="9585051" y="58434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9"/>
          <p:cNvSpPr/>
          <p:nvPr/>
        </p:nvSpPr>
        <p:spPr>
          <a:xfrm flipH="1">
            <a:off x="8828366" y="493793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" name="Google Shape;131;p9"/>
          <p:cNvSpPr/>
          <p:nvPr/>
        </p:nvSpPr>
        <p:spPr>
          <a:xfrm flipH="1">
            <a:off x="10443833" y="5356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" name="Google Shape;132;p9"/>
          <p:cNvSpPr/>
          <p:nvPr/>
        </p:nvSpPr>
        <p:spPr>
          <a:xfrm flipH="1">
            <a:off x="11854551" y="4010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" name="Google Shape;133;p9"/>
          <p:cNvSpPr/>
          <p:nvPr/>
        </p:nvSpPr>
        <p:spPr>
          <a:xfrm flipH="1">
            <a:off x="-346922" y="22215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9"/>
          <p:cNvSpPr/>
          <p:nvPr/>
        </p:nvSpPr>
        <p:spPr>
          <a:xfrm flipH="1">
            <a:off x="211309" y="-444616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" name="Google Shape;135;p9"/>
          <p:cNvSpPr/>
          <p:nvPr/>
        </p:nvSpPr>
        <p:spPr>
          <a:xfrm rot="10800000" flipH="1">
            <a:off x="4932967" y="5590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" name="Google Shape;136;p9"/>
          <p:cNvSpPr/>
          <p:nvPr/>
        </p:nvSpPr>
        <p:spPr>
          <a:xfrm rot="10800000" flipH="1">
            <a:off x="2414684" y="8474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9"/>
          <p:cNvSpPr/>
          <p:nvPr/>
        </p:nvSpPr>
        <p:spPr>
          <a:xfrm rot="10800000" flipH="1">
            <a:off x="-442899" y="-5810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9"/>
          <p:cNvSpPr/>
          <p:nvPr/>
        </p:nvSpPr>
        <p:spPr>
          <a:xfrm rot="10800000" flipH="1">
            <a:off x="1642700" y="14212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9"/>
          <p:cNvSpPr/>
          <p:nvPr/>
        </p:nvSpPr>
        <p:spPr>
          <a:xfrm rot="10800000" flipH="1">
            <a:off x="145184" y="2680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1950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958233" y="720000"/>
            <a:ext cx="4548800" cy="12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40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2" name="Google Shape;142;p10"/>
          <p:cNvSpPr/>
          <p:nvPr/>
        </p:nvSpPr>
        <p:spPr>
          <a:xfrm flipH="1">
            <a:off x="4568413" y="4075336"/>
            <a:ext cx="7982492" cy="2836256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10"/>
          <p:cNvSpPr/>
          <p:nvPr/>
        </p:nvSpPr>
        <p:spPr>
          <a:xfrm rot="10800000" flipH="1">
            <a:off x="7650254" y="4508707"/>
            <a:ext cx="4900647" cy="252508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10"/>
          <p:cNvSpPr/>
          <p:nvPr/>
        </p:nvSpPr>
        <p:spPr>
          <a:xfrm rot="315040">
            <a:off x="9741086" y="5946317"/>
            <a:ext cx="2819261" cy="13294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10"/>
          <p:cNvSpPr/>
          <p:nvPr/>
        </p:nvSpPr>
        <p:spPr>
          <a:xfrm flipH="1">
            <a:off x="7599403" y="63791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10"/>
          <p:cNvSpPr/>
          <p:nvPr/>
        </p:nvSpPr>
        <p:spPr>
          <a:xfrm flipH="1">
            <a:off x="10725019" y="52575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" name="Google Shape;147;p10"/>
          <p:cNvSpPr/>
          <p:nvPr/>
        </p:nvSpPr>
        <p:spPr>
          <a:xfrm flipH="1">
            <a:off x="11301969" y="45695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8" name="Google Shape;148;p10"/>
          <p:cNvSpPr/>
          <p:nvPr/>
        </p:nvSpPr>
        <p:spPr>
          <a:xfrm flipH="1">
            <a:off x="9923036" y="4742717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8928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 hasCustomPrompt="1"/>
          </p:nvPr>
        </p:nvSpPr>
        <p:spPr>
          <a:xfrm>
            <a:off x="1623133" y="2139200"/>
            <a:ext cx="8945600" cy="19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51" name="Google Shape;151;p11"/>
          <p:cNvSpPr txBox="1">
            <a:spLocks noGrp="1"/>
          </p:cNvSpPr>
          <p:nvPr>
            <p:ph type="body" idx="1"/>
          </p:nvPr>
        </p:nvSpPr>
        <p:spPr>
          <a:xfrm>
            <a:off x="2225100" y="4218400"/>
            <a:ext cx="7741600" cy="6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2" name="Google Shape;152;p11"/>
          <p:cNvSpPr/>
          <p:nvPr/>
        </p:nvSpPr>
        <p:spPr>
          <a:xfrm rot="10800000" flipH="1">
            <a:off x="3369533" y="5823154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3" name="Google Shape;153;p11"/>
          <p:cNvSpPr/>
          <p:nvPr/>
        </p:nvSpPr>
        <p:spPr>
          <a:xfrm>
            <a:off x="8265261" y="6074358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4" name="Google Shape;154;p11"/>
          <p:cNvSpPr/>
          <p:nvPr/>
        </p:nvSpPr>
        <p:spPr>
          <a:xfrm rot="-7520738" flipH="1">
            <a:off x="10416386" y="5013956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" name="Google Shape;155;p11"/>
          <p:cNvSpPr/>
          <p:nvPr/>
        </p:nvSpPr>
        <p:spPr>
          <a:xfrm flipH="1">
            <a:off x="6690788" y="63008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6" name="Google Shape;156;p11"/>
          <p:cNvSpPr/>
          <p:nvPr/>
        </p:nvSpPr>
        <p:spPr>
          <a:xfrm flipH="1">
            <a:off x="10516455" y="6072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7" name="Google Shape;157;p11"/>
          <p:cNvSpPr/>
          <p:nvPr/>
        </p:nvSpPr>
        <p:spPr>
          <a:xfrm flipH="1">
            <a:off x="11537288" y="48383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8" name="Google Shape;158;p11"/>
          <p:cNvSpPr/>
          <p:nvPr/>
        </p:nvSpPr>
        <p:spPr>
          <a:xfrm flipH="1">
            <a:off x="9970021" y="58231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" name="Google Shape;159;p11"/>
          <p:cNvSpPr/>
          <p:nvPr/>
        </p:nvSpPr>
        <p:spPr>
          <a:xfrm flipH="1">
            <a:off x="-568538" y="-11293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11"/>
          <p:cNvSpPr/>
          <p:nvPr/>
        </p:nvSpPr>
        <p:spPr>
          <a:xfrm rot="10800000">
            <a:off x="-393045" y="-486934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1" name="Google Shape;161;p11"/>
          <p:cNvSpPr/>
          <p:nvPr/>
        </p:nvSpPr>
        <p:spPr>
          <a:xfrm rot="3279262" flipH="1">
            <a:off x="-301722" y="-9221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2" name="Google Shape;162;p11"/>
          <p:cNvSpPr/>
          <p:nvPr/>
        </p:nvSpPr>
        <p:spPr>
          <a:xfrm flipH="1">
            <a:off x="1180888" y="809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3" name="Google Shape;163;p11"/>
          <p:cNvSpPr/>
          <p:nvPr/>
        </p:nvSpPr>
        <p:spPr>
          <a:xfrm flipH="1">
            <a:off x="3301421" y="888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11"/>
          <p:cNvSpPr/>
          <p:nvPr/>
        </p:nvSpPr>
        <p:spPr>
          <a:xfrm flipH="1">
            <a:off x="110588" y="1913600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6630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88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3636000" y="484367"/>
            <a:ext cx="492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"/>
          </p:nvPr>
        </p:nvSpPr>
        <p:spPr>
          <a:xfrm>
            <a:off x="5839533" y="2491967"/>
            <a:ext cx="5106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2"/>
          </p:nvPr>
        </p:nvSpPr>
        <p:spPr>
          <a:xfrm>
            <a:off x="6735451" y="2917451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3"/>
          </p:nvPr>
        </p:nvSpPr>
        <p:spPr>
          <a:xfrm>
            <a:off x="1245651" y="2491967"/>
            <a:ext cx="4920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4"/>
          </p:nvPr>
        </p:nvSpPr>
        <p:spPr>
          <a:xfrm>
            <a:off x="2048251" y="2917451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5"/>
          </p:nvPr>
        </p:nvSpPr>
        <p:spPr>
          <a:xfrm>
            <a:off x="5839467" y="5027800"/>
            <a:ext cx="5106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6"/>
          </p:nvPr>
        </p:nvSpPr>
        <p:spPr>
          <a:xfrm>
            <a:off x="6735451" y="54533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7"/>
          </p:nvPr>
        </p:nvSpPr>
        <p:spPr>
          <a:xfrm>
            <a:off x="1245651" y="5027800"/>
            <a:ext cx="4920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2048251" y="54533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9" hasCustomPrompt="1"/>
          </p:nvPr>
        </p:nvSpPr>
        <p:spPr>
          <a:xfrm>
            <a:off x="3012851" y="1561484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13" hasCustomPrompt="1"/>
          </p:nvPr>
        </p:nvSpPr>
        <p:spPr>
          <a:xfrm>
            <a:off x="7700084" y="1561484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14" hasCustomPrompt="1"/>
          </p:nvPr>
        </p:nvSpPr>
        <p:spPr>
          <a:xfrm>
            <a:off x="3012851" y="4094833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15" hasCustomPrompt="1"/>
          </p:nvPr>
        </p:nvSpPr>
        <p:spPr>
          <a:xfrm>
            <a:off x="7700084" y="4094833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/>
          <p:nvPr/>
        </p:nvSpPr>
        <p:spPr>
          <a:xfrm rot="-5267561">
            <a:off x="-2889154" y="3283043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1" name="Google Shape;181;p13"/>
          <p:cNvSpPr/>
          <p:nvPr/>
        </p:nvSpPr>
        <p:spPr>
          <a:xfrm rot="-5400000">
            <a:off x="-1272442" y="1671437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2" name="Google Shape;182;p13"/>
          <p:cNvSpPr/>
          <p:nvPr/>
        </p:nvSpPr>
        <p:spPr>
          <a:xfrm rot="5400000">
            <a:off x="-897100" y="55906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3" name="Google Shape;183;p13"/>
          <p:cNvSpPr/>
          <p:nvPr/>
        </p:nvSpPr>
        <p:spPr>
          <a:xfrm rot="5400000">
            <a:off x="161817" y="41772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" name="Google Shape;184;p13"/>
          <p:cNvSpPr/>
          <p:nvPr/>
        </p:nvSpPr>
        <p:spPr>
          <a:xfrm rot="5400000">
            <a:off x="1325084" y="352951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5" name="Google Shape;185;p13"/>
          <p:cNvSpPr/>
          <p:nvPr/>
        </p:nvSpPr>
        <p:spPr>
          <a:xfrm rot="5400000">
            <a:off x="720184" y="17205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" name="Google Shape;186;p13"/>
          <p:cNvSpPr/>
          <p:nvPr/>
        </p:nvSpPr>
        <p:spPr>
          <a:xfrm rot="5400000">
            <a:off x="588584" y="36006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7" name="Google Shape;187;p13"/>
          <p:cNvSpPr/>
          <p:nvPr/>
        </p:nvSpPr>
        <p:spPr>
          <a:xfrm rot="5532439">
            <a:off x="8798415" y="2530048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8" name="Google Shape;188;p13"/>
          <p:cNvSpPr/>
          <p:nvPr/>
        </p:nvSpPr>
        <p:spPr>
          <a:xfrm rot="5400000">
            <a:off x="10415156" y="3894324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9" name="Google Shape;189;p13"/>
          <p:cNvSpPr/>
          <p:nvPr/>
        </p:nvSpPr>
        <p:spPr>
          <a:xfrm rot="-5400000">
            <a:off x="10435453" y="4976448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0" name="Google Shape;190;p13"/>
          <p:cNvSpPr/>
          <p:nvPr/>
        </p:nvSpPr>
        <p:spPr>
          <a:xfrm rot="-5400000">
            <a:off x="11954400" y="24590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1" name="Google Shape;191;p13"/>
          <p:cNvSpPr/>
          <p:nvPr/>
        </p:nvSpPr>
        <p:spPr>
          <a:xfrm rot="-5400000">
            <a:off x="11482833" y="50021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2" name="Google Shape;192;p13"/>
          <p:cNvSpPr/>
          <p:nvPr/>
        </p:nvSpPr>
        <p:spPr>
          <a:xfrm rot="-5400000">
            <a:off x="11614433" y="31220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3" name="Google Shape;193;p13"/>
          <p:cNvSpPr/>
          <p:nvPr/>
        </p:nvSpPr>
        <p:spPr>
          <a:xfrm rot="-5400000">
            <a:off x="10877933" y="6369832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20984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 hasCustomPrompt="1"/>
          </p:nvPr>
        </p:nvSpPr>
        <p:spPr>
          <a:xfrm>
            <a:off x="3353884" y="3481664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 hasCustomPrompt="1"/>
          </p:nvPr>
        </p:nvSpPr>
        <p:spPr>
          <a:xfrm>
            <a:off x="6711717" y="3481664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9584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subTitle" idx="3"/>
          </p:nvPr>
        </p:nvSpPr>
        <p:spPr>
          <a:xfrm>
            <a:off x="1163367" y="287546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ubTitle" idx="4"/>
          </p:nvPr>
        </p:nvSpPr>
        <p:spPr>
          <a:xfrm>
            <a:off x="43162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subTitle" idx="5"/>
          </p:nvPr>
        </p:nvSpPr>
        <p:spPr>
          <a:xfrm>
            <a:off x="4521200" y="2875493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6"/>
          </p:nvPr>
        </p:nvSpPr>
        <p:spPr>
          <a:xfrm>
            <a:off x="76740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subTitle" idx="7"/>
          </p:nvPr>
        </p:nvSpPr>
        <p:spPr>
          <a:xfrm>
            <a:off x="7851233" y="287546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8"/>
          </p:nvPr>
        </p:nvSpPr>
        <p:spPr>
          <a:xfrm>
            <a:off x="2355700" y="4140133"/>
            <a:ext cx="41228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9"/>
          </p:nvPr>
        </p:nvSpPr>
        <p:spPr>
          <a:xfrm>
            <a:off x="2842300" y="482682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3"/>
          </p:nvPr>
        </p:nvSpPr>
        <p:spPr>
          <a:xfrm>
            <a:off x="5995133" y="4140133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14"/>
          </p:nvPr>
        </p:nvSpPr>
        <p:spPr>
          <a:xfrm>
            <a:off x="6200133" y="4826800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title" idx="15" hasCustomPrompt="1"/>
          </p:nvPr>
        </p:nvSpPr>
        <p:spPr>
          <a:xfrm>
            <a:off x="1674967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4"/>
          <p:cNvSpPr txBox="1">
            <a:spLocks noGrp="1"/>
          </p:cNvSpPr>
          <p:nvPr>
            <p:ph type="title" idx="16" hasCustomPrompt="1"/>
          </p:nvPr>
        </p:nvSpPr>
        <p:spPr>
          <a:xfrm>
            <a:off x="5032800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17" hasCustomPrompt="1"/>
          </p:nvPr>
        </p:nvSpPr>
        <p:spPr>
          <a:xfrm>
            <a:off x="8390633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/>
          <p:nvPr/>
        </p:nvSpPr>
        <p:spPr>
          <a:xfrm rot="10800000" flipH="1">
            <a:off x="50570" y="5833112"/>
            <a:ext cx="3340017" cy="1024987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" name="Google Shape;211;p14"/>
          <p:cNvSpPr/>
          <p:nvPr/>
        </p:nvSpPr>
        <p:spPr>
          <a:xfrm rot="10800000">
            <a:off x="8190315" y="5986753"/>
            <a:ext cx="3459660" cy="91268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2" name="Google Shape;212;p14"/>
          <p:cNvSpPr/>
          <p:nvPr/>
        </p:nvSpPr>
        <p:spPr>
          <a:xfrm rot="10800000" flipH="1">
            <a:off x="8843178" y="5651433"/>
            <a:ext cx="5039673" cy="1248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14"/>
          <p:cNvSpPr/>
          <p:nvPr/>
        </p:nvSpPr>
        <p:spPr>
          <a:xfrm flipH="1">
            <a:off x="-7" y="5693134"/>
            <a:ext cx="2691040" cy="116507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" name="Google Shape;214;p14"/>
          <p:cNvSpPr/>
          <p:nvPr/>
        </p:nvSpPr>
        <p:spPr>
          <a:xfrm>
            <a:off x="-1" y="5693048"/>
            <a:ext cx="2290565" cy="11647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5" name="Google Shape;215;p14"/>
          <p:cNvSpPr/>
          <p:nvPr/>
        </p:nvSpPr>
        <p:spPr>
          <a:xfrm rot="10800000">
            <a:off x="9283203" y="5803116"/>
            <a:ext cx="3459768" cy="1096317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8"/>
          </p:nvPr>
        </p:nvSpPr>
        <p:spPr>
          <a:xfrm>
            <a:off x="3636000" y="484367"/>
            <a:ext cx="492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 rot="5400000">
            <a:off x="3122308" y="6413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14"/>
          <p:cNvSpPr/>
          <p:nvPr/>
        </p:nvSpPr>
        <p:spPr>
          <a:xfrm rot="5400000">
            <a:off x="1319392" y="62797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" name="Google Shape;219;p14"/>
          <p:cNvSpPr/>
          <p:nvPr/>
        </p:nvSpPr>
        <p:spPr>
          <a:xfrm rot="-5400000">
            <a:off x="2246541" y="6209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0" name="Google Shape;220;p14"/>
          <p:cNvSpPr/>
          <p:nvPr/>
        </p:nvSpPr>
        <p:spPr>
          <a:xfrm rot="5400000">
            <a:off x="444441" y="54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14"/>
          <p:cNvSpPr/>
          <p:nvPr/>
        </p:nvSpPr>
        <p:spPr>
          <a:xfrm rot="5400000">
            <a:off x="11540741" y="5524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2" name="Google Shape;222;p14"/>
          <p:cNvSpPr/>
          <p:nvPr/>
        </p:nvSpPr>
        <p:spPr>
          <a:xfrm rot="-5400000">
            <a:off x="9823641" y="59320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3" name="Google Shape;223;p14"/>
          <p:cNvSpPr/>
          <p:nvPr/>
        </p:nvSpPr>
        <p:spPr>
          <a:xfrm rot="5400000">
            <a:off x="7897541" y="64591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45678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4497800" y="3917767"/>
            <a:ext cx="5392000" cy="6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100"/>
              <a:buNone/>
              <a:defRPr sz="4000"/>
            </a:lvl1pPr>
            <a:lvl2pPr lvl="1" rtl="0">
              <a:spcBef>
                <a:spcPts val="2133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1"/>
          </p:nvPr>
        </p:nvSpPr>
        <p:spPr>
          <a:xfrm>
            <a:off x="2302200" y="2118233"/>
            <a:ext cx="7587600" cy="14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26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3069101" y="-108066"/>
            <a:ext cx="7297068" cy="1656177"/>
          </a:xfrm>
          <a:custGeom>
            <a:avLst/>
            <a:gdLst/>
            <a:ahLst/>
            <a:cxnLst/>
            <a:rect l="l" t="t" r="r" b="b"/>
            <a:pathLst>
              <a:path w="113987" h="48554" extrusionOk="0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" name="Google Shape;228;p15"/>
          <p:cNvSpPr/>
          <p:nvPr/>
        </p:nvSpPr>
        <p:spPr>
          <a:xfrm rot="10800000">
            <a:off x="4140987" y="-429169"/>
            <a:ext cx="3225747" cy="114916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" name="Google Shape;229;p15"/>
          <p:cNvSpPr/>
          <p:nvPr/>
        </p:nvSpPr>
        <p:spPr>
          <a:xfrm rot="-5400000">
            <a:off x="6792151" y="-902353"/>
            <a:ext cx="1292256" cy="2387871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" name="Google Shape;230;p15"/>
          <p:cNvSpPr/>
          <p:nvPr/>
        </p:nvSpPr>
        <p:spPr>
          <a:xfrm rot="5400000">
            <a:off x="8738584" y="6110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1" name="Google Shape;231;p15"/>
          <p:cNvSpPr/>
          <p:nvPr/>
        </p:nvSpPr>
        <p:spPr>
          <a:xfrm rot="5400000">
            <a:off x="6030384" y="86575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2" name="Google Shape;232;p15"/>
          <p:cNvSpPr/>
          <p:nvPr/>
        </p:nvSpPr>
        <p:spPr>
          <a:xfrm rot="5400000">
            <a:off x="10739717" y="12511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3" name="Google Shape;233;p15"/>
          <p:cNvSpPr/>
          <p:nvPr/>
        </p:nvSpPr>
        <p:spPr>
          <a:xfrm rot="5400000">
            <a:off x="3804484" y="402317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4" name="Google Shape;234;p15"/>
          <p:cNvSpPr/>
          <p:nvPr/>
        </p:nvSpPr>
        <p:spPr>
          <a:xfrm rot="5400000">
            <a:off x="3201717" y="719784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5" name="Google Shape;235;p15"/>
          <p:cNvSpPr/>
          <p:nvPr/>
        </p:nvSpPr>
        <p:spPr>
          <a:xfrm rot="10800000">
            <a:off x="2427964" y="5309824"/>
            <a:ext cx="7437272" cy="1656177"/>
          </a:xfrm>
          <a:custGeom>
            <a:avLst/>
            <a:gdLst/>
            <a:ahLst/>
            <a:cxnLst/>
            <a:rect l="l" t="t" r="r" b="b"/>
            <a:pathLst>
              <a:path w="113987" h="48554" extrusionOk="0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6" name="Google Shape;236;p15"/>
          <p:cNvSpPr/>
          <p:nvPr/>
        </p:nvSpPr>
        <p:spPr>
          <a:xfrm>
            <a:off x="5567584" y="6137925"/>
            <a:ext cx="3225747" cy="114916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7" name="Google Shape;237;p15"/>
          <p:cNvSpPr/>
          <p:nvPr/>
        </p:nvSpPr>
        <p:spPr>
          <a:xfrm rot="5400000">
            <a:off x="5064076" y="5254274"/>
            <a:ext cx="1292256" cy="2387871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8" name="Google Shape;238;p15"/>
          <p:cNvSpPr/>
          <p:nvPr/>
        </p:nvSpPr>
        <p:spPr>
          <a:xfrm rot="-5400000">
            <a:off x="3804500" y="5817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9" name="Google Shape;239;p15"/>
          <p:cNvSpPr/>
          <p:nvPr/>
        </p:nvSpPr>
        <p:spPr>
          <a:xfrm rot="-5400000">
            <a:off x="6772733" y="58605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0" name="Google Shape;240;p15"/>
          <p:cNvSpPr/>
          <p:nvPr/>
        </p:nvSpPr>
        <p:spPr>
          <a:xfrm rot="-5400000">
            <a:off x="2073333" y="64554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1" name="Google Shape;241;p15"/>
          <p:cNvSpPr/>
          <p:nvPr/>
        </p:nvSpPr>
        <p:spPr>
          <a:xfrm rot="-5400000">
            <a:off x="8911833" y="6237608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2" name="Google Shape;242;p15"/>
          <p:cNvSpPr/>
          <p:nvPr/>
        </p:nvSpPr>
        <p:spPr>
          <a:xfrm rot="-5400000">
            <a:off x="9601400" y="6006541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29012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 rot="10800000" flipH="1">
            <a:off x="-46597" y="5833212"/>
            <a:ext cx="3340017" cy="1024987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5" name="Google Shape;245;p16"/>
          <p:cNvSpPr/>
          <p:nvPr/>
        </p:nvSpPr>
        <p:spPr>
          <a:xfrm flipH="1">
            <a:off x="8190315" y="1"/>
            <a:ext cx="3459660" cy="91268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6" name="Google Shape;246;p16"/>
          <p:cNvSpPr/>
          <p:nvPr/>
        </p:nvSpPr>
        <p:spPr>
          <a:xfrm>
            <a:off x="8843178" y="0"/>
            <a:ext cx="5039673" cy="1248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7" name="Google Shape;247;p16"/>
          <p:cNvSpPr/>
          <p:nvPr/>
        </p:nvSpPr>
        <p:spPr>
          <a:xfrm flipH="1">
            <a:off x="-7" y="5693134"/>
            <a:ext cx="2691040" cy="116507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8" name="Google Shape;248;p16"/>
          <p:cNvSpPr/>
          <p:nvPr/>
        </p:nvSpPr>
        <p:spPr>
          <a:xfrm>
            <a:off x="-1" y="5693048"/>
            <a:ext cx="2290565" cy="11647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9" name="Google Shape;249;p16"/>
          <p:cNvSpPr/>
          <p:nvPr/>
        </p:nvSpPr>
        <p:spPr>
          <a:xfrm flipH="1">
            <a:off x="9283203" y="0"/>
            <a:ext cx="3459768" cy="1096317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" name="Google Shape;250;p16"/>
          <p:cNvSpPr/>
          <p:nvPr/>
        </p:nvSpPr>
        <p:spPr>
          <a:xfrm rot="9281215" flipH="1">
            <a:off x="9285063" y="5604975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1" name="Google Shape;251;p16"/>
          <p:cNvSpPr/>
          <p:nvPr/>
        </p:nvSpPr>
        <p:spPr>
          <a:xfrm rot="9280772" flipH="1">
            <a:off x="8026051" y="5862083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" name="Google Shape;252;p16"/>
          <p:cNvSpPr/>
          <p:nvPr/>
        </p:nvSpPr>
        <p:spPr>
          <a:xfrm rot="9281383">
            <a:off x="8018716" y="5198448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3" name="Google Shape;253;p16"/>
          <p:cNvSpPr/>
          <p:nvPr/>
        </p:nvSpPr>
        <p:spPr>
          <a:xfrm rot="10800000" flipH="1">
            <a:off x="-1166039" y="84844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4" name="Google Shape;254;p16"/>
          <p:cNvSpPr/>
          <p:nvPr/>
        </p:nvSpPr>
        <p:spPr>
          <a:xfrm rot="9367883">
            <a:off x="-1521305" y="-45072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5" name="Google Shape;255;p16"/>
          <p:cNvSpPr/>
          <p:nvPr/>
        </p:nvSpPr>
        <p:spPr>
          <a:xfrm rot="9944222" flipH="1">
            <a:off x="-2236412" y="-392859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6" name="Google Shape;256;p16"/>
          <p:cNvSpPr txBox="1">
            <a:spLocks noGrp="1"/>
          </p:cNvSpPr>
          <p:nvPr>
            <p:ph type="title"/>
          </p:nvPr>
        </p:nvSpPr>
        <p:spPr>
          <a:xfrm>
            <a:off x="3400000" y="4386999"/>
            <a:ext cx="5392000" cy="6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3000200" y="1807401"/>
            <a:ext cx="6191600" cy="22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3200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2400"/>
              <a:buNone/>
              <a:defRPr sz="32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 rot="5400000">
            <a:off x="3122308" y="6413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9" name="Google Shape;259;p16"/>
          <p:cNvSpPr/>
          <p:nvPr/>
        </p:nvSpPr>
        <p:spPr>
          <a:xfrm rot="5400000">
            <a:off x="1319392" y="62797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16"/>
          <p:cNvSpPr/>
          <p:nvPr/>
        </p:nvSpPr>
        <p:spPr>
          <a:xfrm rot="-5400000">
            <a:off x="2246541" y="6209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1" name="Google Shape;261;p16"/>
          <p:cNvSpPr/>
          <p:nvPr/>
        </p:nvSpPr>
        <p:spPr>
          <a:xfrm rot="5400000">
            <a:off x="444441" y="54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2" name="Google Shape;262;p16"/>
          <p:cNvSpPr/>
          <p:nvPr/>
        </p:nvSpPr>
        <p:spPr>
          <a:xfrm rot="5400000">
            <a:off x="1276008" y="8010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3" name="Google Shape;263;p16"/>
          <p:cNvSpPr/>
          <p:nvPr/>
        </p:nvSpPr>
        <p:spPr>
          <a:xfrm rot="5400000">
            <a:off x="11419859" y="6456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4" name="Google Shape;264;p16"/>
          <p:cNvSpPr/>
          <p:nvPr/>
        </p:nvSpPr>
        <p:spPr>
          <a:xfrm rot="-5400000">
            <a:off x="313041" y="13379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5" name="Google Shape;265;p16"/>
          <p:cNvSpPr/>
          <p:nvPr/>
        </p:nvSpPr>
        <p:spPr>
          <a:xfrm rot="5400000">
            <a:off x="1969441" y="187725"/>
            <a:ext cx="218000" cy="21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6" name="Google Shape;266;p16"/>
          <p:cNvSpPr/>
          <p:nvPr/>
        </p:nvSpPr>
        <p:spPr>
          <a:xfrm rot="5400000">
            <a:off x="10977541" y="57836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7" name="Google Shape;267;p16"/>
          <p:cNvSpPr/>
          <p:nvPr/>
        </p:nvSpPr>
        <p:spPr>
          <a:xfrm rot="5400000">
            <a:off x="9854525" y="60784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8" name="Google Shape;268;p16"/>
          <p:cNvSpPr/>
          <p:nvPr/>
        </p:nvSpPr>
        <p:spPr>
          <a:xfrm rot="-5400000">
            <a:off x="11881441" y="47435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9" name="Google Shape;269;p16"/>
          <p:cNvSpPr/>
          <p:nvPr/>
        </p:nvSpPr>
        <p:spPr>
          <a:xfrm rot="5400000">
            <a:off x="9728808" y="6946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64299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>
            <a:spLocks noGrp="1"/>
          </p:cNvSpPr>
          <p:nvPr>
            <p:ph type="title"/>
          </p:nvPr>
        </p:nvSpPr>
        <p:spPr>
          <a:xfrm>
            <a:off x="946667" y="2560267"/>
            <a:ext cx="9455600" cy="16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2" name="Google Shape;272;p17"/>
          <p:cNvSpPr txBox="1">
            <a:spLocks noGrp="1"/>
          </p:cNvSpPr>
          <p:nvPr>
            <p:ph type="title" idx="2" hasCustomPrompt="1"/>
          </p:nvPr>
        </p:nvSpPr>
        <p:spPr>
          <a:xfrm>
            <a:off x="946667" y="1248100"/>
            <a:ext cx="39104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66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73" name="Google Shape;273;p17"/>
          <p:cNvSpPr txBox="1">
            <a:spLocks noGrp="1"/>
          </p:cNvSpPr>
          <p:nvPr>
            <p:ph type="subTitle" idx="1"/>
          </p:nvPr>
        </p:nvSpPr>
        <p:spPr>
          <a:xfrm>
            <a:off x="946667" y="4266833"/>
            <a:ext cx="6372800" cy="10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 rot="10800000">
            <a:off x="5059633" y="4701633"/>
            <a:ext cx="7026000" cy="215640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5" name="Google Shape;275;p17"/>
          <p:cNvSpPr/>
          <p:nvPr/>
        </p:nvSpPr>
        <p:spPr>
          <a:xfrm flipH="1">
            <a:off x="5439212" y="0"/>
            <a:ext cx="5131661" cy="135386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6" name="Google Shape;276;p17"/>
          <p:cNvSpPr/>
          <p:nvPr/>
        </p:nvSpPr>
        <p:spPr>
          <a:xfrm>
            <a:off x="6407814" y="0"/>
            <a:ext cx="7475269" cy="1851176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7" name="Google Shape;277;p17"/>
          <p:cNvSpPr/>
          <p:nvPr/>
        </p:nvSpPr>
        <p:spPr>
          <a:xfrm>
            <a:off x="6531046" y="4407379"/>
            <a:ext cx="5661087" cy="2450735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8" name="Google Shape;278;p17"/>
          <p:cNvSpPr/>
          <p:nvPr/>
        </p:nvSpPr>
        <p:spPr>
          <a:xfrm flipH="1">
            <a:off x="7372983" y="4407200"/>
            <a:ext cx="4819032" cy="2450509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17"/>
          <p:cNvSpPr/>
          <p:nvPr/>
        </p:nvSpPr>
        <p:spPr>
          <a:xfrm flipH="1">
            <a:off x="7061202" y="0"/>
            <a:ext cx="5130813" cy="1625813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0" name="Google Shape;280;p17"/>
          <p:cNvSpPr/>
          <p:nvPr/>
        </p:nvSpPr>
        <p:spPr>
          <a:xfrm rot="5400000">
            <a:off x="9692675" y="1407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1" name="Google Shape;281;p17"/>
          <p:cNvSpPr/>
          <p:nvPr/>
        </p:nvSpPr>
        <p:spPr>
          <a:xfrm rot="5400000">
            <a:off x="7889759" y="12743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2" name="Google Shape;282;p17"/>
          <p:cNvSpPr/>
          <p:nvPr/>
        </p:nvSpPr>
        <p:spPr>
          <a:xfrm rot="-5400000">
            <a:off x="8816908" y="1204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3" name="Google Shape;283;p17"/>
          <p:cNvSpPr/>
          <p:nvPr/>
        </p:nvSpPr>
        <p:spPr>
          <a:xfrm rot="5400000">
            <a:off x="7014808" y="4280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4" name="Google Shape;284;p17"/>
          <p:cNvSpPr/>
          <p:nvPr/>
        </p:nvSpPr>
        <p:spPr>
          <a:xfrm rot="-5400000" flipH="1">
            <a:off x="5788908" y="63377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5" name="Google Shape;285;p17"/>
          <p:cNvSpPr/>
          <p:nvPr/>
        </p:nvSpPr>
        <p:spPr>
          <a:xfrm rot="5400000" flipH="1">
            <a:off x="7101408" y="57725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6" name="Google Shape;286;p17"/>
          <p:cNvSpPr/>
          <p:nvPr/>
        </p:nvSpPr>
        <p:spPr>
          <a:xfrm rot="-5400000" flipH="1">
            <a:off x="9474675" y="4899608"/>
            <a:ext cx="218000" cy="21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37864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title" idx="2" hasCustomPrompt="1"/>
          </p:nvPr>
        </p:nvSpPr>
        <p:spPr>
          <a:xfrm>
            <a:off x="1179731" y="1998851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1"/>
          </p:nvPr>
        </p:nvSpPr>
        <p:spPr>
          <a:xfrm>
            <a:off x="1465931" y="2942817"/>
            <a:ext cx="3694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title" idx="3" hasCustomPrompt="1"/>
          </p:nvPr>
        </p:nvSpPr>
        <p:spPr>
          <a:xfrm>
            <a:off x="6745064" y="1998851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4"/>
          </p:nvPr>
        </p:nvSpPr>
        <p:spPr>
          <a:xfrm>
            <a:off x="7031233" y="2942833"/>
            <a:ext cx="3694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title" idx="5" hasCustomPrompt="1"/>
          </p:nvPr>
        </p:nvSpPr>
        <p:spPr>
          <a:xfrm>
            <a:off x="3962397" y="4145967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6"/>
          </p:nvPr>
        </p:nvSpPr>
        <p:spPr>
          <a:xfrm>
            <a:off x="4248597" y="5089233"/>
            <a:ext cx="369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 rot="10800000" flipH="1">
            <a:off x="8835768" y="5063337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6" name="Google Shape;296;p18"/>
          <p:cNvSpPr/>
          <p:nvPr/>
        </p:nvSpPr>
        <p:spPr>
          <a:xfrm rot="10800000" flipH="1">
            <a:off x="8382701" y="6120386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7" name="Google Shape;297;p18"/>
          <p:cNvSpPr/>
          <p:nvPr/>
        </p:nvSpPr>
        <p:spPr>
          <a:xfrm flipH="1">
            <a:off x="8319867" y="6323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8" name="Google Shape;298;p18"/>
          <p:cNvSpPr/>
          <p:nvPr/>
        </p:nvSpPr>
        <p:spPr>
          <a:xfrm flipH="1">
            <a:off x="10491451" y="59787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9" name="Google Shape;299;p18"/>
          <p:cNvSpPr/>
          <p:nvPr/>
        </p:nvSpPr>
        <p:spPr>
          <a:xfrm flipH="1">
            <a:off x="9995753" y="5449523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0" name="Google Shape;300;p18"/>
          <p:cNvSpPr/>
          <p:nvPr/>
        </p:nvSpPr>
        <p:spPr>
          <a:xfrm flipH="1">
            <a:off x="10840100" y="54495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1" name="Google Shape;301;p18"/>
          <p:cNvSpPr/>
          <p:nvPr/>
        </p:nvSpPr>
        <p:spPr>
          <a:xfrm flipH="1">
            <a:off x="11803117" y="4593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2" name="Google Shape;302;p18"/>
          <p:cNvSpPr/>
          <p:nvPr/>
        </p:nvSpPr>
        <p:spPr>
          <a:xfrm flipH="1">
            <a:off x="-332134" y="109445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3" name="Google Shape;303;p18"/>
          <p:cNvSpPr/>
          <p:nvPr/>
        </p:nvSpPr>
        <p:spPr>
          <a:xfrm flipH="1">
            <a:off x="54305" y="-352349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4" name="Google Shape;304;p18"/>
          <p:cNvSpPr/>
          <p:nvPr/>
        </p:nvSpPr>
        <p:spPr>
          <a:xfrm rot="10800000" flipH="1">
            <a:off x="1541751" y="5734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5" name="Google Shape;305;p18"/>
          <p:cNvSpPr/>
          <p:nvPr/>
        </p:nvSpPr>
        <p:spPr>
          <a:xfrm rot="10800000" flipH="1">
            <a:off x="-398700" y="-84686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6" name="Google Shape;306;p18"/>
          <p:cNvSpPr/>
          <p:nvPr/>
        </p:nvSpPr>
        <p:spPr>
          <a:xfrm rot="10800000" flipH="1">
            <a:off x="1279900" y="118905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18"/>
          <p:cNvSpPr/>
          <p:nvPr/>
        </p:nvSpPr>
        <p:spPr>
          <a:xfrm flipH="1">
            <a:off x="3737300" y="3095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8" name="Google Shape;308;p18"/>
          <p:cNvSpPr/>
          <p:nvPr/>
        </p:nvSpPr>
        <p:spPr>
          <a:xfrm rot="10800000" flipH="1">
            <a:off x="230084" y="19591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17213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2773400" y="3629151"/>
            <a:ext cx="5426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title" hasCustomPrompt="1"/>
          </p:nvPr>
        </p:nvSpPr>
        <p:spPr>
          <a:xfrm>
            <a:off x="2913801" y="2809551"/>
            <a:ext cx="5145200" cy="9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2"/>
          </p:nvPr>
        </p:nvSpPr>
        <p:spPr>
          <a:xfrm>
            <a:off x="5253167" y="5414567"/>
            <a:ext cx="5612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title" idx="3" hasCustomPrompt="1"/>
          </p:nvPr>
        </p:nvSpPr>
        <p:spPr>
          <a:xfrm>
            <a:off x="5486567" y="4594967"/>
            <a:ext cx="5145200" cy="9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4"/>
          </p:nvPr>
        </p:nvSpPr>
        <p:spPr>
          <a:xfrm>
            <a:off x="200967" y="1843733"/>
            <a:ext cx="5426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title" idx="5" hasCustomPrompt="1"/>
          </p:nvPr>
        </p:nvSpPr>
        <p:spPr>
          <a:xfrm>
            <a:off x="341367" y="1024133"/>
            <a:ext cx="5145200" cy="9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316" name="Google Shape;316;p19"/>
          <p:cNvSpPr/>
          <p:nvPr/>
        </p:nvSpPr>
        <p:spPr>
          <a:xfrm flipH="1">
            <a:off x="5252842" y="163"/>
            <a:ext cx="6835569" cy="209761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7" name="Google Shape;317;p19"/>
          <p:cNvSpPr/>
          <p:nvPr/>
        </p:nvSpPr>
        <p:spPr>
          <a:xfrm rot="10800000" flipH="1">
            <a:off x="1696943" y="5473395"/>
            <a:ext cx="5249311" cy="138480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8" name="Google Shape;318;p19"/>
          <p:cNvSpPr/>
          <p:nvPr/>
        </p:nvSpPr>
        <p:spPr>
          <a:xfrm rot="10800000">
            <a:off x="-1743777" y="4964652"/>
            <a:ext cx="7646707" cy="1893541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9" name="Google Shape;319;p19"/>
          <p:cNvSpPr/>
          <p:nvPr/>
        </p:nvSpPr>
        <p:spPr>
          <a:xfrm rot="10800000" flipH="1">
            <a:off x="6684624" y="54"/>
            <a:ext cx="5507776" cy="238426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0" name="Google Shape;320;p19"/>
          <p:cNvSpPr/>
          <p:nvPr/>
        </p:nvSpPr>
        <p:spPr>
          <a:xfrm rot="10800000">
            <a:off x="7505040" y="652"/>
            <a:ext cx="4686864" cy="2383837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1" name="Google Shape;321;p19"/>
          <p:cNvSpPr/>
          <p:nvPr/>
        </p:nvSpPr>
        <p:spPr>
          <a:xfrm rot="10800000" flipH="1">
            <a:off x="-13986" y="5194622"/>
            <a:ext cx="5249473" cy="1663573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2" name="Google Shape;322;p19"/>
          <p:cNvSpPr/>
          <p:nvPr/>
        </p:nvSpPr>
        <p:spPr>
          <a:xfrm rot="5400000">
            <a:off x="4212592" y="56645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3" name="Google Shape;323;p19"/>
          <p:cNvSpPr/>
          <p:nvPr/>
        </p:nvSpPr>
        <p:spPr>
          <a:xfrm rot="5400000">
            <a:off x="2037775" y="56865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4" name="Google Shape;324;p19"/>
          <p:cNvSpPr/>
          <p:nvPr/>
        </p:nvSpPr>
        <p:spPr>
          <a:xfrm rot="-5400000">
            <a:off x="2964925" y="5616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5" name="Google Shape;325;p19"/>
          <p:cNvSpPr/>
          <p:nvPr/>
        </p:nvSpPr>
        <p:spPr>
          <a:xfrm rot="5400000">
            <a:off x="1162825" y="4840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6" name="Google Shape;326;p19"/>
          <p:cNvSpPr/>
          <p:nvPr/>
        </p:nvSpPr>
        <p:spPr>
          <a:xfrm rot="5400000">
            <a:off x="9095941" y="1052775"/>
            <a:ext cx="218000" cy="21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7" name="Google Shape;327;p19"/>
          <p:cNvSpPr/>
          <p:nvPr/>
        </p:nvSpPr>
        <p:spPr>
          <a:xfrm rot="5400000">
            <a:off x="6946459" y="10959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8" name="Google Shape;328;p19"/>
          <p:cNvSpPr/>
          <p:nvPr/>
        </p:nvSpPr>
        <p:spPr>
          <a:xfrm rot="-5400000">
            <a:off x="9667275" y="23842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9" name="Google Shape;329;p19"/>
          <p:cNvSpPr/>
          <p:nvPr/>
        </p:nvSpPr>
        <p:spPr>
          <a:xfrm rot="5400000">
            <a:off x="5842841" y="1628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400290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2838833" y="484367"/>
            <a:ext cx="65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 flipH="1">
            <a:off x="-188690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3" name="Google Shape;333;p20"/>
          <p:cNvSpPr/>
          <p:nvPr/>
        </p:nvSpPr>
        <p:spPr>
          <a:xfrm rot="10800000" flipH="1">
            <a:off x="-321730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4" name="Google Shape;334;p20"/>
          <p:cNvSpPr/>
          <p:nvPr/>
        </p:nvSpPr>
        <p:spPr>
          <a:xfrm rot="-10484947">
            <a:off x="-930553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5" name="Google Shape;335;p20"/>
          <p:cNvSpPr/>
          <p:nvPr/>
        </p:nvSpPr>
        <p:spPr>
          <a:xfrm rot="10800000" flipH="1">
            <a:off x="2345684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6" name="Google Shape;336;p20"/>
          <p:cNvSpPr/>
          <p:nvPr/>
        </p:nvSpPr>
        <p:spPr>
          <a:xfrm rot="10800000" flipH="1">
            <a:off x="1159135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7" name="Google Shape;337;p20"/>
          <p:cNvSpPr/>
          <p:nvPr/>
        </p:nvSpPr>
        <p:spPr>
          <a:xfrm rot="10800000" flipH="1">
            <a:off x="121535" y="1683112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461458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 rot="1518785">
            <a:off x="9272764" y="155822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1" name="Google Shape;341;p21"/>
          <p:cNvSpPr/>
          <p:nvPr/>
        </p:nvSpPr>
        <p:spPr>
          <a:xfrm rot="1519228">
            <a:off x="8013752" y="-781147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2" name="Google Shape;342;p21"/>
          <p:cNvSpPr/>
          <p:nvPr/>
        </p:nvSpPr>
        <p:spPr>
          <a:xfrm rot="1518617" flipH="1">
            <a:off x="8006417" y="-670819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3" name="Google Shape;343;p21"/>
          <p:cNvSpPr/>
          <p:nvPr/>
        </p:nvSpPr>
        <p:spPr>
          <a:xfrm rot="-5400000">
            <a:off x="8785508" y="220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4" name="Google Shape;344;p21"/>
          <p:cNvSpPr/>
          <p:nvPr/>
        </p:nvSpPr>
        <p:spPr>
          <a:xfrm rot="-5400000">
            <a:off x="10675225" y="4401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5" name="Google Shape;345;p21"/>
          <p:cNvSpPr/>
          <p:nvPr/>
        </p:nvSpPr>
        <p:spPr>
          <a:xfrm rot="5400000">
            <a:off x="9748075" y="5102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6" name="Google Shape;346;p21"/>
          <p:cNvSpPr/>
          <p:nvPr/>
        </p:nvSpPr>
        <p:spPr>
          <a:xfrm rot="-5400000">
            <a:off x="11463375" y="12000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361803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79994" y="140"/>
            <a:ext cx="4265252" cy="130900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0" name="Google Shape;350;p22"/>
          <p:cNvSpPr/>
          <p:nvPr/>
        </p:nvSpPr>
        <p:spPr>
          <a:xfrm rot="10800000">
            <a:off x="15566" y="-213"/>
            <a:ext cx="3436647" cy="148816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1" name="Google Shape;351;p22"/>
          <p:cNvSpPr/>
          <p:nvPr/>
        </p:nvSpPr>
        <p:spPr>
          <a:xfrm rot="10800000" flipH="1">
            <a:off x="15409" y="371"/>
            <a:ext cx="2924969" cy="14876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2" name="Google Shape;352;p22"/>
          <p:cNvSpPr/>
          <p:nvPr/>
        </p:nvSpPr>
        <p:spPr>
          <a:xfrm rot="5400000" flipH="1">
            <a:off x="4345241" y="266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3" name="Google Shape;353;p22"/>
          <p:cNvSpPr/>
          <p:nvPr/>
        </p:nvSpPr>
        <p:spPr>
          <a:xfrm rot="5400000" flipH="1">
            <a:off x="1696892" y="592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4" name="Google Shape;354;p22"/>
          <p:cNvSpPr/>
          <p:nvPr/>
        </p:nvSpPr>
        <p:spPr>
          <a:xfrm rot="5400000" flipH="1">
            <a:off x="502008" y="1811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67472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>
            <a:spLocks noGrp="1"/>
          </p:cNvSpPr>
          <p:nvPr>
            <p:ph type="title"/>
          </p:nvPr>
        </p:nvSpPr>
        <p:spPr>
          <a:xfrm>
            <a:off x="947367" y="2633167"/>
            <a:ext cx="2764800" cy="15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 rot="5400000">
            <a:off x="8138036" y="2782881"/>
            <a:ext cx="6836563" cy="1271367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8" name="Google Shape;358;p23"/>
          <p:cNvSpPr/>
          <p:nvPr/>
        </p:nvSpPr>
        <p:spPr>
          <a:xfrm rot="5400000">
            <a:off x="8231893" y="2897778"/>
            <a:ext cx="6857603" cy="1062612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9" name="Google Shape;359;p23"/>
          <p:cNvSpPr/>
          <p:nvPr/>
        </p:nvSpPr>
        <p:spPr>
          <a:xfrm rot="5400000" flipH="1">
            <a:off x="8191526" y="2857526"/>
            <a:ext cx="6857783" cy="114316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0" name="Google Shape;360;p23"/>
          <p:cNvSpPr/>
          <p:nvPr/>
        </p:nvSpPr>
        <p:spPr>
          <a:xfrm rot="10800000">
            <a:off x="10920625" y="39006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1" name="Google Shape;361;p23"/>
          <p:cNvSpPr/>
          <p:nvPr/>
        </p:nvSpPr>
        <p:spPr>
          <a:xfrm rot="10800000">
            <a:off x="11251441" y="24121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2" name="Google Shape;362;p23"/>
          <p:cNvSpPr/>
          <p:nvPr/>
        </p:nvSpPr>
        <p:spPr>
          <a:xfrm>
            <a:off x="10964025" y="60087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3" name="Google Shape;363;p23"/>
          <p:cNvSpPr/>
          <p:nvPr/>
        </p:nvSpPr>
        <p:spPr>
          <a:xfrm rot="10800000">
            <a:off x="10790759" y="4767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716161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 rot="-3280717" flipH="1">
            <a:off x="10375657" y="5056961"/>
            <a:ext cx="3257528" cy="125331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7" name="Google Shape;367;p24"/>
          <p:cNvSpPr/>
          <p:nvPr/>
        </p:nvSpPr>
        <p:spPr>
          <a:xfrm rot="-4712503">
            <a:off x="10171575" y="5272653"/>
            <a:ext cx="4205247" cy="149477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8" name="Google Shape;368;p24"/>
          <p:cNvSpPr/>
          <p:nvPr/>
        </p:nvSpPr>
        <p:spPr>
          <a:xfrm rot="-4136030" flipH="1">
            <a:off x="10022463" y="4823984"/>
            <a:ext cx="4807567" cy="1592907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9" name="Google Shape;369;p24"/>
          <p:cNvSpPr/>
          <p:nvPr/>
        </p:nvSpPr>
        <p:spPr>
          <a:xfrm rot="1958429">
            <a:off x="11725685" y="3852507"/>
            <a:ext cx="218033" cy="218033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0" name="Google Shape;370;p24"/>
          <p:cNvSpPr/>
          <p:nvPr/>
        </p:nvSpPr>
        <p:spPr>
          <a:xfrm rot="-8839666">
            <a:off x="11829127" y="5263161"/>
            <a:ext cx="131152" cy="13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1" name="Google Shape;371;p24"/>
          <p:cNvSpPr/>
          <p:nvPr/>
        </p:nvSpPr>
        <p:spPr>
          <a:xfrm rot="1958429">
            <a:off x="11254938" y="5983242"/>
            <a:ext cx="218033" cy="218033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30437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 rot="10800000">
            <a:off x="9734634" y="8473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5" name="Google Shape;375;p25"/>
          <p:cNvSpPr/>
          <p:nvPr/>
        </p:nvSpPr>
        <p:spPr>
          <a:xfrm rot="-9367883" flipH="1">
            <a:off x="9142295" y="-450839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6" name="Google Shape;376;p25"/>
          <p:cNvSpPr/>
          <p:nvPr/>
        </p:nvSpPr>
        <p:spPr>
          <a:xfrm rot="-9944222">
            <a:off x="9255515" y="-392971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7" name="Google Shape;377;p25"/>
          <p:cNvSpPr/>
          <p:nvPr/>
        </p:nvSpPr>
        <p:spPr>
          <a:xfrm rot="5400000">
            <a:off x="11768941" y="2044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8" name="Google Shape;378;p25"/>
          <p:cNvSpPr/>
          <p:nvPr/>
        </p:nvSpPr>
        <p:spPr>
          <a:xfrm rot="5400000">
            <a:off x="9133659" y="1491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9" name="Google Shape;379;p25"/>
          <p:cNvSpPr/>
          <p:nvPr/>
        </p:nvSpPr>
        <p:spPr>
          <a:xfrm rot="-5400000">
            <a:off x="10668441" y="950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85846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 rot="10800000" flipH="1">
            <a:off x="-1842014" y="39802"/>
            <a:ext cx="4494043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3" name="Google Shape;383;p26"/>
          <p:cNvSpPr/>
          <p:nvPr/>
        </p:nvSpPr>
        <p:spPr>
          <a:xfrm rot="9732937">
            <a:off x="-2216921" y="-549130"/>
            <a:ext cx="5571133" cy="16015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4" name="Google Shape;384;p26"/>
          <p:cNvSpPr/>
          <p:nvPr/>
        </p:nvSpPr>
        <p:spPr>
          <a:xfrm rot="10173584" flipH="1">
            <a:off x="-3270497" y="-459417"/>
            <a:ext cx="6535775" cy="163603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5" name="Google Shape;385;p26"/>
          <p:cNvSpPr/>
          <p:nvPr/>
        </p:nvSpPr>
        <p:spPr>
          <a:xfrm rot="5400000" flipH="1">
            <a:off x="3638408" y="79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6" name="Google Shape;386;p26"/>
          <p:cNvSpPr/>
          <p:nvPr/>
        </p:nvSpPr>
        <p:spPr>
          <a:xfrm rot="5400000" flipH="1">
            <a:off x="1472192" y="8003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7" name="Google Shape;387;p26"/>
          <p:cNvSpPr/>
          <p:nvPr/>
        </p:nvSpPr>
        <p:spPr>
          <a:xfrm rot="5400000" flipH="1">
            <a:off x="408475" y="1334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369292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/>
          <p:nvPr/>
        </p:nvSpPr>
        <p:spPr>
          <a:xfrm rot="10800000">
            <a:off x="37504" y="6075967"/>
            <a:ext cx="12154435" cy="840567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0" name="Google Shape;390;p27"/>
          <p:cNvSpPr/>
          <p:nvPr/>
        </p:nvSpPr>
        <p:spPr>
          <a:xfrm rot="10800000">
            <a:off x="352" y="6213842"/>
            <a:ext cx="12191587" cy="702692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1" name="Google Shape;391;p27"/>
          <p:cNvSpPr/>
          <p:nvPr/>
        </p:nvSpPr>
        <p:spPr>
          <a:xfrm rot="10800000" flipH="1">
            <a:off x="0" y="6160488"/>
            <a:ext cx="12192104" cy="75604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2" name="Google Shape;392;p27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3" name="Google Shape;393;p27"/>
          <p:cNvSpPr/>
          <p:nvPr/>
        </p:nvSpPr>
        <p:spPr>
          <a:xfrm rot="5400000">
            <a:off x="6807508" y="6051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4" name="Google Shape;394;p27"/>
          <p:cNvSpPr/>
          <p:nvPr/>
        </p:nvSpPr>
        <p:spPr>
          <a:xfrm rot="5400000">
            <a:off x="3485525" y="60944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5" name="Google Shape;395;p27"/>
          <p:cNvSpPr/>
          <p:nvPr/>
        </p:nvSpPr>
        <p:spPr>
          <a:xfrm rot="-5400000">
            <a:off x="10866241" y="5919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6" name="Google Shape;396;p27"/>
          <p:cNvSpPr/>
          <p:nvPr/>
        </p:nvSpPr>
        <p:spPr>
          <a:xfrm rot="5400000">
            <a:off x="228741" y="6205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227247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9" name="Google Shape;399;p28"/>
          <p:cNvSpPr/>
          <p:nvPr/>
        </p:nvSpPr>
        <p:spPr>
          <a:xfrm flipH="1">
            <a:off x="8989714" y="5533693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0" name="Google Shape;400;p28"/>
          <p:cNvSpPr/>
          <p:nvPr/>
        </p:nvSpPr>
        <p:spPr>
          <a:xfrm rot="-1432117">
            <a:off x="8397374" y="5827715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28"/>
          <p:cNvSpPr/>
          <p:nvPr/>
        </p:nvSpPr>
        <p:spPr>
          <a:xfrm rot="-855778" flipH="1">
            <a:off x="8510593" y="5671713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2" name="Google Shape;402;p28"/>
          <p:cNvSpPr/>
          <p:nvPr/>
        </p:nvSpPr>
        <p:spPr>
          <a:xfrm rot="3639566">
            <a:off x="11798333" y="5080297"/>
            <a:ext cx="217959" cy="217959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3" name="Google Shape;403;p28"/>
          <p:cNvSpPr/>
          <p:nvPr/>
        </p:nvSpPr>
        <p:spPr>
          <a:xfrm rot="3637394">
            <a:off x="10145394" y="5873628"/>
            <a:ext cx="131281" cy="131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4" name="Google Shape;404;p28"/>
          <p:cNvSpPr/>
          <p:nvPr/>
        </p:nvSpPr>
        <p:spPr>
          <a:xfrm rot="-7162606">
            <a:off x="10919310" y="5358454"/>
            <a:ext cx="131281" cy="131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5" name="Google Shape;405;p28"/>
          <p:cNvSpPr/>
          <p:nvPr/>
        </p:nvSpPr>
        <p:spPr>
          <a:xfrm rot="3639566">
            <a:off x="8983739" y="5537434"/>
            <a:ext cx="217959" cy="217959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35052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 rot="10800000">
            <a:off x="-1438972" y="5426015"/>
            <a:ext cx="5783555" cy="1432184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9" name="Google Shape;409;p29"/>
          <p:cNvSpPr/>
          <p:nvPr/>
        </p:nvSpPr>
        <p:spPr>
          <a:xfrm rot="10800000" flipH="1">
            <a:off x="-130650" y="5599994"/>
            <a:ext cx="3970692" cy="1258204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0" name="Google Shape;410;p29"/>
          <p:cNvSpPr/>
          <p:nvPr/>
        </p:nvSpPr>
        <p:spPr>
          <a:xfrm rot="5400000">
            <a:off x="3397875" y="62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1" name="Google Shape;411;p29"/>
          <p:cNvSpPr/>
          <p:nvPr/>
        </p:nvSpPr>
        <p:spPr>
          <a:xfrm rot="5400000">
            <a:off x="1594959" y="61000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2" name="Google Shape;412;p29"/>
          <p:cNvSpPr/>
          <p:nvPr/>
        </p:nvSpPr>
        <p:spPr>
          <a:xfrm rot="-5400000">
            <a:off x="2522108" y="60298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181764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 only 1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15" name="Google Shape;415;p30"/>
          <p:cNvSpPr/>
          <p:nvPr/>
        </p:nvSpPr>
        <p:spPr>
          <a:xfrm rot="-5911893" flipH="1">
            <a:off x="-1161099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6" name="Google Shape;416;p30"/>
          <p:cNvSpPr/>
          <p:nvPr/>
        </p:nvSpPr>
        <p:spPr>
          <a:xfrm rot="-515846" flipH="1">
            <a:off x="-37730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7" name="Google Shape;417;p30"/>
          <p:cNvSpPr/>
          <p:nvPr/>
        </p:nvSpPr>
        <p:spPr>
          <a:xfrm flipH="1">
            <a:off x="-38037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8" name="Google Shape;418;p30"/>
          <p:cNvSpPr/>
          <p:nvPr/>
        </p:nvSpPr>
        <p:spPr>
          <a:xfrm rot="10800000">
            <a:off x="10059569" y="84722"/>
            <a:ext cx="4494043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9" name="Google Shape;419;p30"/>
          <p:cNvSpPr/>
          <p:nvPr/>
        </p:nvSpPr>
        <p:spPr>
          <a:xfrm rot="-9732937" flipH="1">
            <a:off x="8789386" y="-504210"/>
            <a:ext cx="5571133" cy="16015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0" name="Google Shape;420;p30"/>
          <p:cNvSpPr/>
          <p:nvPr/>
        </p:nvSpPr>
        <p:spPr>
          <a:xfrm rot="-10173584">
            <a:off x="9446321" y="-414497"/>
            <a:ext cx="6535775" cy="163603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1" name="Google Shape;421;p30"/>
          <p:cNvSpPr/>
          <p:nvPr/>
        </p:nvSpPr>
        <p:spPr>
          <a:xfrm rot="5400000">
            <a:off x="11346541" y="13380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2" name="Google Shape;422;p30"/>
          <p:cNvSpPr/>
          <p:nvPr/>
        </p:nvSpPr>
        <p:spPr>
          <a:xfrm rot="5400000">
            <a:off x="9098459" y="1624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3" name="Google Shape;423;p30"/>
          <p:cNvSpPr/>
          <p:nvPr/>
        </p:nvSpPr>
        <p:spPr>
          <a:xfrm rot="-5400000">
            <a:off x="487841" y="8003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4" name="Google Shape;424;p30"/>
          <p:cNvSpPr/>
          <p:nvPr/>
        </p:nvSpPr>
        <p:spPr>
          <a:xfrm rot="5400000">
            <a:off x="2287008" y="2401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244309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 rot="10800000" flipH="1">
            <a:off x="-819719" y="105881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8" name="Google Shape;428;p31"/>
          <p:cNvSpPr/>
          <p:nvPr/>
        </p:nvSpPr>
        <p:spPr>
          <a:xfrm rot="9367883">
            <a:off x="-1174986" y="-429688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9" name="Google Shape;429;p31"/>
          <p:cNvSpPr/>
          <p:nvPr/>
        </p:nvSpPr>
        <p:spPr>
          <a:xfrm rot="9944222" flipH="1">
            <a:off x="-1890094" y="-371822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0" name="Google Shape;430;p31"/>
          <p:cNvSpPr/>
          <p:nvPr/>
        </p:nvSpPr>
        <p:spPr>
          <a:xfrm rot="5772639">
            <a:off x="11465099" y="-747438"/>
            <a:ext cx="2228005" cy="2130383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1" name="Google Shape;431;p31"/>
          <p:cNvSpPr/>
          <p:nvPr/>
        </p:nvSpPr>
        <p:spPr>
          <a:xfrm rot="706905">
            <a:off x="9360036" y="-447567"/>
            <a:ext cx="4743037" cy="128890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2" name="Google Shape;432;p31"/>
          <p:cNvSpPr/>
          <p:nvPr/>
        </p:nvSpPr>
        <p:spPr>
          <a:xfrm>
            <a:off x="9360094" y="-447677"/>
            <a:ext cx="4742205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3" name="Google Shape;433;p31"/>
          <p:cNvSpPr/>
          <p:nvPr/>
        </p:nvSpPr>
        <p:spPr>
          <a:xfrm rot="5400000">
            <a:off x="1450808" y="922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4" name="Google Shape;434;p31"/>
          <p:cNvSpPr/>
          <p:nvPr/>
        </p:nvSpPr>
        <p:spPr>
          <a:xfrm rot="5400000">
            <a:off x="10306992" y="584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5" name="Google Shape;435;p31"/>
          <p:cNvSpPr/>
          <p:nvPr/>
        </p:nvSpPr>
        <p:spPr>
          <a:xfrm rot="-5400000">
            <a:off x="534508" y="9655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6" name="Google Shape;436;p31"/>
          <p:cNvSpPr/>
          <p:nvPr/>
        </p:nvSpPr>
        <p:spPr>
          <a:xfrm rot="5400000">
            <a:off x="9278408" y="266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970803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">
  <p:cSld name="Title only 13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9" name="Google Shape;439;p32"/>
          <p:cNvSpPr/>
          <p:nvPr/>
        </p:nvSpPr>
        <p:spPr>
          <a:xfrm rot="5772639">
            <a:off x="11465099" y="-747438"/>
            <a:ext cx="2228005" cy="2130383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0" name="Google Shape;440;p32"/>
          <p:cNvSpPr/>
          <p:nvPr/>
        </p:nvSpPr>
        <p:spPr>
          <a:xfrm rot="706905">
            <a:off x="9360036" y="-447567"/>
            <a:ext cx="4743037" cy="128890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1" name="Google Shape;441;p32"/>
          <p:cNvSpPr/>
          <p:nvPr/>
        </p:nvSpPr>
        <p:spPr>
          <a:xfrm>
            <a:off x="9360094" y="-447677"/>
            <a:ext cx="4742205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2" name="Google Shape;442;p32"/>
          <p:cNvSpPr/>
          <p:nvPr/>
        </p:nvSpPr>
        <p:spPr>
          <a:xfrm rot="5400000">
            <a:off x="-924883" y="3681389"/>
            <a:ext cx="3257661" cy="758308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3" name="Google Shape;443;p32"/>
          <p:cNvSpPr/>
          <p:nvPr/>
        </p:nvSpPr>
        <p:spPr>
          <a:xfrm rot="5399497" flipH="1">
            <a:off x="-2557529" y="2563472"/>
            <a:ext cx="6020449" cy="90445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4" name="Google Shape;444;p32"/>
          <p:cNvSpPr/>
          <p:nvPr/>
        </p:nvSpPr>
        <p:spPr>
          <a:xfrm rot="5400440">
            <a:off x="-2958754" y="2946989"/>
            <a:ext cx="6882276" cy="963896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5" name="Google Shape;445;p32"/>
          <p:cNvSpPr/>
          <p:nvPr/>
        </p:nvSpPr>
        <p:spPr>
          <a:xfrm flipH="1">
            <a:off x="8989714" y="5533693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6" name="Google Shape;446;p32"/>
          <p:cNvSpPr/>
          <p:nvPr/>
        </p:nvSpPr>
        <p:spPr>
          <a:xfrm rot="-1432117">
            <a:off x="8397374" y="5827715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7" name="Google Shape;447;p32"/>
          <p:cNvSpPr/>
          <p:nvPr/>
        </p:nvSpPr>
        <p:spPr>
          <a:xfrm rot="-855778" flipH="1">
            <a:off x="8510593" y="5671713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8" name="Google Shape;448;p32"/>
          <p:cNvSpPr/>
          <p:nvPr/>
        </p:nvSpPr>
        <p:spPr>
          <a:xfrm>
            <a:off x="1452959" y="4843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9" name="Google Shape;449;p32"/>
          <p:cNvSpPr/>
          <p:nvPr/>
        </p:nvSpPr>
        <p:spPr>
          <a:xfrm>
            <a:off x="638359" y="41549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0" name="Google Shape;450;p32"/>
          <p:cNvSpPr/>
          <p:nvPr/>
        </p:nvSpPr>
        <p:spPr>
          <a:xfrm rot="10800000">
            <a:off x="833575" y="18807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1" name="Google Shape;451;p32"/>
          <p:cNvSpPr/>
          <p:nvPr/>
        </p:nvSpPr>
        <p:spPr>
          <a:xfrm>
            <a:off x="1083092" y="62016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2" name="Google Shape;452;p32"/>
          <p:cNvSpPr/>
          <p:nvPr/>
        </p:nvSpPr>
        <p:spPr>
          <a:xfrm rot="5400000">
            <a:off x="11702508" y="51040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3" name="Google Shape;453;p32"/>
          <p:cNvSpPr/>
          <p:nvPr/>
        </p:nvSpPr>
        <p:spPr>
          <a:xfrm rot="5400000">
            <a:off x="9278592" y="2519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4" name="Google Shape;454;p32"/>
          <p:cNvSpPr/>
          <p:nvPr/>
        </p:nvSpPr>
        <p:spPr>
          <a:xfrm rot="-5400000">
            <a:off x="9703208" y="5783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5" name="Google Shape;455;p32"/>
          <p:cNvSpPr/>
          <p:nvPr/>
        </p:nvSpPr>
        <p:spPr>
          <a:xfrm rot="5400000">
            <a:off x="11351841" y="11425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91344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4">
  <p:cSld name="Title only 14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8" name="Google Shape;458;p33"/>
          <p:cNvSpPr/>
          <p:nvPr/>
        </p:nvSpPr>
        <p:spPr>
          <a:xfrm rot="10800000">
            <a:off x="6436449" y="5760037"/>
            <a:ext cx="5249311" cy="1538563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9" name="Google Shape;459;p33"/>
          <p:cNvSpPr/>
          <p:nvPr/>
        </p:nvSpPr>
        <p:spPr>
          <a:xfrm rot="10800000" flipH="1">
            <a:off x="7479773" y="5194665"/>
            <a:ext cx="7646707" cy="2103936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0" name="Google Shape;460;p33"/>
          <p:cNvSpPr/>
          <p:nvPr/>
        </p:nvSpPr>
        <p:spPr>
          <a:xfrm rot="10800000">
            <a:off x="8147213" y="5450572"/>
            <a:ext cx="5249473" cy="184802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1" name="Google Shape;461;p33"/>
          <p:cNvSpPr/>
          <p:nvPr/>
        </p:nvSpPr>
        <p:spPr>
          <a:xfrm rot="3210522">
            <a:off x="11770762" y="4801674"/>
            <a:ext cx="217925" cy="21792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2" name="Google Shape;462;p33"/>
          <p:cNvSpPr/>
          <p:nvPr/>
        </p:nvSpPr>
        <p:spPr>
          <a:xfrm rot="3212945">
            <a:off x="9631661" y="6124808"/>
            <a:ext cx="131284" cy="1315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3" name="Google Shape;463;p33"/>
          <p:cNvSpPr/>
          <p:nvPr/>
        </p:nvSpPr>
        <p:spPr>
          <a:xfrm rot="-7587055">
            <a:off x="10625409" y="5602257"/>
            <a:ext cx="131284" cy="1315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4" name="Google Shape;464;p33"/>
          <p:cNvSpPr/>
          <p:nvPr/>
        </p:nvSpPr>
        <p:spPr>
          <a:xfrm rot="3210522">
            <a:off x="7471348" y="6137676"/>
            <a:ext cx="217925" cy="21792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22958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5">
  <p:cSld name="Title only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67" name="Google Shape;467;p34"/>
          <p:cNvSpPr/>
          <p:nvPr/>
        </p:nvSpPr>
        <p:spPr>
          <a:xfrm>
            <a:off x="-233457" y="-15"/>
            <a:ext cx="5249311" cy="138480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8" name="Google Shape;468;p34"/>
          <p:cNvSpPr/>
          <p:nvPr/>
        </p:nvSpPr>
        <p:spPr>
          <a:xfrm flipH="1">
            <a:off x="-3674178" y="-14"/>
            <a:ext cx="7646707" cy="1893541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9" name="Google Shape;469;p34"/>
          <p:cNvSpPr/>
          <p:nvPr/>
        </p:nvSpPr>
        <p:spPr>
          <a:xfrm>
            <a:off x="-1944386" y="-15"/>
            <a:ext cx="5249473" cy="1663573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0" name="Google Shape;470;p34"/>
          <p:cNvSpPr/>
          <p:nvPr/>
        </p:nvSpPr>
        <p:spPr>
          <a:xfrm rot="5400000" flipH="1">
            <a:off x="5603808" y="1663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1" name="Google Shape;471;p34"/>
          <p:cNvSpPr/>
          <p:nvPr/>
        </p:nvSpPr>
        <p:spPr>
          <a:xfrm rot="5400000" flipH="1">
            <a:off x="1203292" y="10692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2" name="Google Shape;472;p34"/>
          <p:cNvSpPr/>
          <p:nvPr/>
        </p:nvSpPr>
        <p:spPr>
          <a:xfrm rot="-5400000" flipH="1">
            <a:off x="2130441" y="1139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3" name="Google Shape;473;p34"/>
          <p:cNvSpPr/>
          <p:nvPr/>
        </p:nvSpPr>
        <p:spPr>
          <a:xfrm rot="5400000" flipH="1">
            <a:off x="328341" y="1829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45120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6">
  <p:cSld name="Title only 16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76" name="Google Shape;476;p35"/>
          <p:cNvSpPr/>
          <p:nvPr/>
        </p:nvSpPr>
        <p:spPr>
          <a:xfrm flipH="1">
            <a:off x="8989714" y="5533693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7" name="Google Shape;477;p35"/>
          <p:cNvSpPr/>
          <p:nvPr/>
        </p:nvSpPr>
        <p:spPr>
          <a:xfrm rot="-1432117">
            <a:off x="8397374" y="5827715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8" name="Google Shape;478;p35"/>
          <p:cNvSpPr/>
          <p:nvPr/>
        </p:nvSpPr>
        <p:spPr>
          <a:xfrm rot="-855778" flipH="1">
            <a:off x="8510593" y="5671713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9" name="Google Shape;479;p35"/>
          <p:cNvSpPr/>
          <p:nvPr/>
        </p:nvSpPr>
        <p:spPr>
          <a:xfrm rot="3043967">
            <a:off x="11281481" y="4942919"/>
            <a:ext cx="218031" cy="21803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0" name="Google Shape;480;p35"/>
          <p:cNvSpPr/>
          <p:nvPr/>
        </p:nvSpPr>
        <p:spPr>
          <a:xfrm rot="3041162">
            <a:off x="9783559" y="6017802"/>
            <a:ext cx="131320" cy="131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1" name="Google Shape;481;p35"/>
          <p:cNvSpPr/>
          <p:nvPr/>
        </p:nvSpPr>
        <p:spPr>
          <a:xfrm rot="-7758838">
            <a:off x="10456944" y="5376774"/>
            <a:ext cx="131320" cy="131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2" name="Google Shape;482;p35"/>
          <p:cNvSpPr/>
          <p:nvPr/>
        </p:nvSpPr>
        <p:spPr>
          <a:xfrm rot="3043967">
            <a:off x="8588061" y="5879081"/>
            <a:ext cx="218031" cy="21803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306906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7">
  <p:cSld name="Title only 17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 rot="10800000">
            <a:off x="-1438972" y="5426015"/>
            <a:ext cx="5783555" cy="1432184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6" name="Google Shape;486;p36"/>
          <p:cNvSpPr/>
          <p:nvPr/>
        </p:nvSpPr>
        <p:spPr>
          <a:xfrm rot="10800000" flipH="1">
            <a:off x="-130650" y="5599994"/>
            <a:ext cx="3970692" cy="1258204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7" name="Google Shape;487;p36"/>
          <p:cNvSpPr/>
          <p:nvPr/>
        </p:nvSpPr>
        <p:spPr>
          <a:xfrm rot="5400000">
            <a:off x="4522075" y="65300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8" name="Google Shape;488;p36"/>
          <p:cNvSpPr/>
          <p:nvPr/>
        </p:nvSpPr>
        <p:spPr>
          <a:xfrm rot="-5400000">
            <a:off x="2307041" y="57871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9" name="Google Shape;489;p36"/>
          <p:cNvSpPr/>
          <p:nvPr/>
        </p:nvSpPr>
        <p:spPr>
          <a:xfrm rot="5400000">
            <a:off x="837508" y="45975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062823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10800000">
            <a:off x="10100472" y="84844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2" name="Google Shape;492;p37"/>
          <p:cNvSpPr/>
          <p:nvPr/>
        </p:nvSpPr>
        <p:spPr>
          <a:xfrm rot="-9367883" flipH="1">
            <a:off x="9508133" y="-45072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3" name="Google Shape;493;p37"/>
          <p:cNvSpPr/>
          <p:nvPr/>
        </p:nvSpPr>
        <p:spPr>
          <a:xfrm rot="-9944222">
            <a:off x="9621352" y="-392859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4" name="Google Shape;494;p37"/>
          <p:cNvSpPr txBox="1">
            <a:spLocks noGrp="1"/>
          </p:cNvSpPr>
          <p:nvPr>
            <p:ph type="body" idx="1"/>
          </p:nvPr>
        </p:nvSpPr>
        <p:spPr>
          <a:xfrm>
            <a:off x="958233" y="4877533"/>
            <a:ext cx="4548800" cy="12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40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95" name="Google Shape;495;p37"/>
          <p:cNvSpPr/>
          <p:nvPr/>
        </p:nvSpPr>
        <p:spPr>
          <a:xfrm rot="5400000">
            <a:off x="11804875" y="10923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6" name="Google Shape;496;p37"/>
          <p:cNvSpPr/>
          <p:nvPr/>
        </p:nvSpPr>
        <p:spPr>
          <a:xfrm rot="5400000">
            <a:off x="10001959" y="9589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7" name="Google Shape;497;p37"/>
          <p:cNvSpPr/>
          <p:nvPr/>
        </p:nvSpPr>
        <p:spPr>
          <a:xfrm rot="-5400000">
            <a:off x="10929108" y="8888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8" name="Google Shape;498;p37"/>
          <p:cNvSpPr/>
          <p:nvPr/>
        </p:nvSpPr>
        <p:spPr>
          <a:xfrm rot="5400000">
            <a:off x="9127008" y="1126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140623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8"/>
          <p:cNvSpPr/>
          <p:nvPr/>
        </p:nvSpPr>
        <p:spPr>
          <a:xfrm rot="10800000" flipH="1">
            <a:off x="-1218491" y="8473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1" name="Google Shape;501;p38"/>
          <p:cNvSpPr/>
          <p:nvPr/>
        </p:nvSpPr>
        <p:spPr>
          <a:xfrm rot="9367883">
            <a:off x="-1573757" y="-450839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2" name="Google Shape;502;p38"/>
          <p:cNvSpPr/>
          <p:nvPr/>
        </p:nvSpPr>
        <p:spPr>
          <a:xfrm rot="9944222" flipH="1">
            <a:off x="-2288866" y="-392971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3" name="Google Shape;503;p38"/>
          <p:cNvSpPr txBox="1">
            <a:spLocks noGrp="1"/>
          </p:cNvSpPr>
          <p:nvPr>
            <p:ph type="title"/>
          </p:nvPr>
        </p:nvSpPr>
        <p:spPr>
          <a:xfrm>
            <a:off x="958233" y="1434700"/>
            <a:ext cx="5043600" cy="37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04" name="Google Shape;504;p38"/>
          <p:cNvSpPr/>
          <p:nvPr/>
        </p:nvSpPr>
        <p:spPr>
          <a:xfrm>
            <a:off x="-1388863" y="5518385"/>
            <a:ext cx="4494043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5" name="Google Shape;505;p38"/>
          <p:cNvSpPr/>
          <p:nvPr/>
        </p:nvSpPr>
        <p:spPr>
          <a:xfrm rot="1067063" flipH="1">
            <a:off x="-1763772" y="5759039"/>
            <a:ext cx="5571133" cy="16015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6" name="Google Shape;506;p38"/>
          <p:cNvSpPr/>
          <p:nvPr/>
        </p:nvSpPr>
        <p:spPr>
          <a:xfrm rot="626416">
            <a:off x="-2817346" y="5634892"/>
            <a:ext cx="6535775" cy="163603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7" name="Google Shape;507;p38"/>
          <p:cNvSpPr/>
          <p:nvPr/>
        </p:nvSpPr>
        <p:spPr>
          <a:xfrm rot="5400000">
            <a:off x="524741" y="52603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8" name="Google Shape;508;p38"/>
          <p:cNvSpPr/>
          <p:nvPr/>
        </p:nvSpPr>
        <p:spPr>
          <a:xfrm rot="5400000">
            <a:off x="1103659" y="5812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9" name="Google Shape;509;p38"/>
          <p:cNvSpPr/>
          <p:nvPr/>
        </p:nvSpPr>
        <p:spPr>
          <a:xfrm rot="-5400000">
            <a:off x="1689275" y="58231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0" name="Google Shape;510;p38"/>
          <p:cNvSpPr/>
          <p:nvPr/>
        </p:nvSpPr>
        <p:spPr>
          <a:xfrm rot="5400000">
            <a:off x="147841" y="10741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211058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9"/>
          <p:cNvSpPr txBox="1">
            <a:spLocks noGrp="1"/>
          </p:cNvSpPr>
          <p:nvPr>
            <p:ph type="subTitle" idx="1"/>
          </p:nvPr>
        </p:nvSpPr>
        <p:spPr>
          <a:xfrm>
            <a:off x="1683589" y="3887000"/>
            <a:ext cx="3836800" cy="9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13" name="Google Shape;513;p39"/>
          <p:cNvSpPr txBox="1">
            <a:spLocks noGrp="1"/>
          </p:cNvSpPr>
          <p:nvPr>
            <p:ph type="title" hasCustomPrompt="1"/>
          </p:nvPr>
        </p:nvSpPr>
        <p:spPr>
          <a:xfrm>
            <a:off x="1683533" y="2076267"/>
            <a:ext cx="3836800" cy="16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514" name="Google Shape;514;p39"/>
          <p:cNvSpPr/>
          <p:nvPr/>
        </p:nvSpPr>
        <p:spPr>
          <a:xfrm rot="-9281215">
            <a:off x="-51501" y="5604975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5" name="Google Shape;515;p39"/>
          <p:cNvSpPr/>
          <p:nvPr/>
        </p:nvSpPr>
        <p:spPr>
          <a:xfrm rot="-9280772">
            <a:off x="-865631" y="5862083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6" name="Google Shape;516;p39"/>
          <p:cNvSpPr/>
          <p:nvPr/>
        </p:nvSpPr>
        <p:spPr>
          <a:xfrm rot="-9281383" flipH="1">
            <a:off x="-1500651" y="5198448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7" name="Google Shape;517;p39"/>
          <p:cNvSpPr/>
          <p:nvPr/>
        </p:nvSpPr>
        <p:spPr>
          <a:xfrm rot="10800000" flipH="1">
            <a:off x="-1166039" y="84844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8" name="Google Shape;518;p39"/>
          <p:cNvSpPr/>
          <p:nvPr/>
        </p:nvSpPr>
        <p:spPr>
          <a:xfrm rot="9367883">
            <a:off x="-1521305" y="-45072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9" name="Google Shape;519;p39"/>
          <p:cNvSpPr/>
          <p:nvPr/>
        </p:nvSpPr>
        <p:spPr>
          <a:xfrm rot="9944222" flipH="1">
            <a:off x="-2236412" y="-392859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0" name="Google Shape;520;p39"/>
          <p:cNvSpPr/>
          <p:nvPr/>
        </p:nvSpPr>
        <p:spPr>
          <a:xfrm rot="5400000">
            <a:off x="2152808" y="894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1" name="Google Shape;521;p39"/>
          <p:cNvSpPr/>
          <p:nvPr/>
        </p:nvSpPr>
        <p:spPr>
          <a:xfrm rot="5400000">
            <a:off x="1428459" y="56593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2" name="Google Shape;522;p39"/>
          <p:cNvSpPr/>
          <p:nvPr/>
        </p:nvSpPr>
        <p:spPr>
          <a:xfrm rot="-5400000">
            <a:off x="1277041" y="690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3" name="Google Shape;523;p39"/>
          <p:cNvSpPr/>
          <p:nvPr/>
        </p:nvSpPr>
        <p:spPr>
          <a:xfrm rot="5400000">
            <a:off x="553508" y="48130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849459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0"/>
          <p:cNvSpPr txBox="1">
            <a:spLocks noGrp="1"/>
          </p:cNvSpPr>
          <p:nvPr>
            <p:ph type="title"/>
          </p:nvPr>
        </p:nvSpPr>
        <p:spPr>
          <a:xfrm>
            <a:off x="3795300" y="484367"/>
            <a:ext cx="460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26" name="Google Shape;526;p40"/>
          <p:cNvSpPr txBox="1">
            <a:spLocks noGrp="1"/>
          </p:cNvSpPr>
          <p:nvPr>
            <p:ph type="subTitle" idx="1"/>
          </p:nvPr>
        </p:nvSpPr>
        <p:spPr>
          <a:xfrm>
            <a:off x="1051133" y="2193933"/>
            <a:ext cx="3606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7" name="Google Shape;527;p40"/>
          <p:cNvSpPr txBox="1">
            <a:spLocks noGrp="1"/>
          </p:cNvSpPr>
          <p:nvPr>
            <p:ph type="subTitle" idx="2"/>
          </p:nvPr>
        </p:nvSpPr>
        <p:spPr>
          <a:xfrm>
            <a:off x="717567" y="3007200"/>
            <a:ext cx="5112000" cy="2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8" name="Google Shape;528;p40"/>
          <p:cNvSpPr txBox="1">
            <a:spLocks noGrp="1"/>
          </p:cNvSpPr>
          <p:nvPr>
            <p:ph type="subTitle" idx="3"/>
          </p:nvPr>
        </p:nvSpPr>
        <p:spPr>
          <a:xfrm>
            <a:off x="6878633" y="2193933"/>
            <a:ext cx="3606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9" name="Google Shape;529;p40"/>
          <p:cNvSpPr txBox="1">
            <a:spLocks noGrp="1"/>
          </p:cNvSpPr>
          <p:nvPr>
            <p:ph type="subTitle" idx="4"/>
          </p:nvPr>
        </p:nvSpPr>
        <p:spPr>
          <a:xfrm>
            <a:off x="6362433" y="3007200"/>
            <a:ext cx="5112000" cy="2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30" name="Google Shape;530;p40"/>
          <p:cNvSpPr/>
          <p:nvPr/>
        </p:nvSpPr>
        <p:spPr>
          <a:xfrm rot="-10350985" flipH="1">
            <a:off x="8600207" y="-166361"/>
            <a:ext cx="4593245" cy="1556636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1" name="Google Shape;531;p40"/>
          <p:cNvSpPr/>
          <p:nvPr/>
        </p:nvSpPr>
        <p:spPr>
          <a:xfrm flipH="1">
            <a:off x="11127768" y="1312832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2" name="Google Shape;532;p40"/>
          <p:cNvSpPr/>
          <p:nvPr/>
        </p:nvSpPr>
        <p:spPr>
          <a:xfrm flipH="1">
            <a:off x="11970368" y="176726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3" name="Google Shape;533;p40"/>
          <p:cNvSpPr/>
          <p:nvPr/>
        </p:nvSpPr>
        <p:spPr>
          <a:xfrm flipH="1">
            <a:off x="8315535" y="2511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4" name="Google Shape;534;p40"/>
          <p:cNvSpPr/>
          <p:nvPr/>
        </p:nvSpPr>
        <p:spPr>
          <a:xfrm flipH="1">
            <a:off x="9427168" y="71906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5" name="Google Shape;535;p40"/>
          <p:cNvSpPr/>
          <p:nvPr/>
        </p:nvSpPr>
        <p:spPr>
          <a:xfrm>
            <a:off x="9558359" y="-132486"/>
            <a:ext cx="3356813" cy="138876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6" name="Google Shape;536;p40"/>
          <p:cNvSpPr/>
          <p:nvPr/>
        </p:nvSpPr>
        <p:spPr>
          <a:xfrm rot="10800000" flipH="1">
            <a:off x="10237569" y="-280355"/>
            <a:ext cx="2742972" cy="1038632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7" name="Google Shape;537;p40"/>
          <p:cNvSpPr/>
          <p:nvPr/>
        </p:nvSpPr>
        <p:spPr>
          <a:xfrm rot="10350985">
            <a:off x="-749722" y="-231210"/>
            <a:ext cx="4593245" cy="1556636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8" name="Google Shape;538;p40"/>
          <p:cNvSpPr/>
          <p:nvPr/>
        </p:nvSpPr>
        <p:spPr>
          <a:xfrm>
            <a:off x="1097961" y="1247981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9" name="Google Shape;539;p40"/>
          <p:cNvSpPr/>
          <p:nvPr/>
        </p:nvSpPr>
        <p:spPr>
          <a:xfrm>
            <a:off x="342161" y="170241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0" name="Google Shape;540;p40"/>
          <p:cNvSpPr/>
          <p:nvPr/>
        </p:nvSpPr>
        <p:spPr>
          <a:xfrm>
            <a:off x="3996995" y="18631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1" name="Google Shape;541;p40"/>
          <p:cNvSpPr/>
          <p:nvPr/>
        </p:nvSpPr>
        <p:spPr>
          <a:xfrm>
            <a:off x="2885361" y="65421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2" name="Google Shape;542;p40"/>
          <p:cNvSpPr/>
          <p:nvPr/>
        </p:nvSpPr>
        <p:spPr>
          <a:xfrm flipH="1">
            <a:off x="-471443" y="-197335"/>
            <a:ext cx="3356813" cy="138876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43" name="Google Shape;543;p40"/>
          <p:cNvSpPr/>
          <p:nvPr/>
        </p:nvSpPr>
        <p:spPr>
          <a:xfrm rot="10800000">
            <a:off x="-536810" y="-345205"/>
            <a:ext cx="2742972" cy="1038632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468154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>
            <a:spLocks noGrp="1"/>
          </p:cNvSpPr>
          <p:nvPr>
            <p:ph type="subTitle" idx="1"/>
          </p:nvPr>
        </p:nvSpPr>
        <p:spPr>
          <a:xfrm>
            <a:off x="6211700" y="4589067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6" name="Google Shape;546;p41"/>
          <p:cNvSpPr txBox="1">
            <a:spLocks noGrp="1"/>
          </p:cNvSpPr>
          <p:nvPr>
            <p:ph type="subTitle" idx="2"/>
          </p:nvPr>
        </p:nvSpPr>
        <p:spPr>
          <a:xfrm>
            <a:off x="3197028" y="1867000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7" name="Google Shape;547;p41"/>
          <p:cNvSpPr txBox="1">
            <a:spLocks noGrp="1"/>
          </p:cNvSpPr>
          <p:nvPr>
            <p:ph type="title"/>
          </p:nvPr>
        </p:nvSpPr>
        <p:spPr>
          <a:xfrm>
            <a:off x="6211695" y="3741467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48" name="Google Shape;548;p41"/>
          <p:cNvSpPr txBox="1">
            <a:spLocks noGrp="1"/>
          </p:cNvSpPr>
          <p:nvPr>
            <p:ph type="title" idx="3"/>
          </p:nvPr>
        </p:nvSpPr>
        <p:spPr>
          <a:xfrm>
            <a:off x="3197028" y="1019400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49" name="Google Shape;549;p41"/>
          <p:cNvSpPr/>
          <p:nvPr/>
        </p:nvSpPr>
        <p:spPr>
          <a:xfrm>
            <a:off x="647034" y="5145934"/>
            <a:ext cx="4448705" cy="1711413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0" name="Google Shape;550;p41"/>
          <p:cNvSpPr/>
          <p:nvPr/>
        </p:nvSpPr>
        <p:spPr>
          <a:xfrm rot="1432232" flipH="1">
            <a:off x="-627718" y="5554141"/>
            <a:ext cx="5742337" cy="2041441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1" name="Google Shape;551;p41"/>
          <p:cNvSpPr/>
          <p:nvPr/>
        </p:nvSpPr>
        <p:spPr>
          <a:xfrm rot="5772258">
            <a:off x="9601248" y="-870727"/>
            <a:ext cx="2698005" cy="2580197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2" name="Google Shape;552;p41"/>
          <p:cNvSpPr/>
          <p:nvPr/>
        </p:nvSpPr>
        <p:spPr>
          <a:xfrm rot="707044">
            <a:off x="7052073" y="-507200"/>
            <a:ext cx="5743183" cy="1560773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3" name="Google Shape;553;p41"/>
          <p:cNvSpPr/>
          <p:nvPr/>
        </p:nvSpPr>
        <p:spPr>
          <a:xfrm>
            <a:off x="7052134" y="-507403"/>
            <a:ext cx="5742281" cy="17115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4" name="Google Shape;554;p41"/>
          <p:cNvSpPr/>
          <p:nvPr/>
        </p:nvSpPr>
        <p:spPr>
          <a:xfrm rot="855605">
            <a:off x="-814626" y="5334251"/>
            <a:ext cx="6564633" cy="217534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5" name="Google Shape;555;p41"/>
          <p:cNvSpPr/>
          <p:nvPr/>
        </p:nvSpPr>
        <p:spPr>
          <a:xfrm rot="5400000">
            <a:off x="3324892" y="54593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6" name="Google Shape;556;p41"/>
          <p:cNvSpPr/>
          <p:nvPr/>
        </p:nvSpPr>
        <p:spPr>
          <a:xfrm rot="5400000">
            <a:off x="1521975" y="53259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7" name="Google Shape;557;p41"/>
          <p:cNvSpPr/>
          <p:nvPr/>
        </p:nvSpPr>
        <p:spPr>
          <a:xfrm rot="-5400000">
            <a:off x="2449125" y="52557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8" name="Google Shape;558;p41"/>
          <p:cNvSpPr/>
          <p:nvPr/>
        </p:nvSpPr>
        <p:spPr>
          <a:xfrm rot="5400000">
            <a:off x="647025" y="44795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9" name="Google Shape;559;p41"/>
          <p:cNvSpPr/>
          <p:nvPr/>
        </p:nvSpPr>
        <p:spPr>
          <a:xfrm rot="5400000">
            <a:off x="9559208" y="1286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0" name="Google Shape;560;p41"/>
          <p:cNvSpPr/>
          <p:nvPr/>
        </p:nvSpPr>
        <p:spPr>
          <a:xfrm rot="5400000">
            <a:off x="7756292" y="11529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1" name="Google Shape;561;p41"/>
          <p:cNvSpPr/>
          <p:nvPr/>
        </p:nvSpPr>
        <p:spPr>
          <a:xfrm rot="-5400000">
            <a:off x="8683441" y="1082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2" name="Google Shape;562;p41"/>
          <p:cNvSpPr/>
          <p:nvPr/>
        </p:nvSpPr>
        <p:spPr>
          <a:xfrm rot="5400000">
            <a:off x="6881341" y="3066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860417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"/>
          <p:cNvSpPr txBox="1">
            <a:spLocks noGrp="1"/>
          </p:cNvSpPr>
          <p:nvPr>
            <p:ph type="title"/>
          </p:nvPr>
        </p:nvSpPr>
        <p:spPr>
          <a:xfrm>
            <a:off x="2439800" y="2076267"/>
            <a:ext cx="7312400" cy="15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65" name="Google Shape;565;p42"/>
          <p:cNvSpPr txBox="1">
            <a:spLocks noGrp="1"/>
          </p:cNvSpPr>
          <p:nvPr>
            <p:ph type="subTitle" idx="1"/>
          </p:nvPr>
        </p:nvSpPr>
        <p:spPr>
          <a:xfrm>
            <a:off x="2440200" y="3777767"/>
            <a:ext cx="7312000" cy="13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 rot="-5400000">
            <a:off x="-1373147" y="108704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7" name="Google Shape;567;p42"/>
          <p:cNvSpPr/>
          <p:nvPr/>
        </p:nvSpPr>
        <p:spPr>
          <a:xfrm rot="-5400000">
            <a:off x="-2517625" y="2122984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8" name="Google Shape;568;p42"/>
          <p:cNvSpPr/>
          <p:nvPr/>
        </p:nvSpPr>
        <p:spPr>
          <a:xfrm rot="5400000">
            <a:off x="516341" y="48143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9" name="Google Shape;569;p42"/>
          <p:cNvSpPr/>
          <p:nvPr/>
        </p:nvSpPr>
        <p:spPr>
          <a:xfrm rot="5400000">
            <a:off x="804492" y="22962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0" name="Google Shape;570;p42"/>
          <p:cNvSpPr/>
          <p:nvPr/>
        </p:nvSpPr>
        <p:spPr>
          <a:xfrm rot="5400000">
            <a:off x="-1002637" y="340299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1" name="Google Shape;571;p42"/>
          <p:cNvSpPr/>
          <p:nvPr/>
        </p:nvSpPr>
        <p:spPr>
          <a:xfrm rot="5400000">
            <a:off x="1378541" y="15241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2" name="Google Shape;572;p42"/>
          <p:cNvSpPr/>
          <p:nvPr/>
        </p:nvSpPr>
        <p:spPr>
          <a:xfrm rot="5400000">
            <a:off x="2637925" y="267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3" name="Google Shape;573;p42"/>
          <p:cNvSpPr/>
          <p:nvPr/>
        </p:nvSpPr>
        <p:spPr>
          <a:xfrm rot="5400000">
            <a:off x="8154060" y="340818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4" name="Google Shape;574;p42"/>
          <p:cNvSpPr/>
          <p:nvPr/>
        </p:nvSpPr>
        <p:spPr>
          <a:xfrm rot="5400000">
            <a:off x="9202601" y="3231725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5" name="Google Shape;575;p42"/>
          <p:cNvSpPr/>
          <p:nvPr/>
        </p:nvSpPr>
        <p:spPr>
          <a:xfrm rot="-5400000">
            <a:off x="11544459" y="1855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6" name="Google Shape;576;p42"/>
          <p:cNvSpPr/>
          <p:nvPr/>
        </p:nvSpPr>
        <p:spPr>
          <a:xfrm rot="-5400000">
            <a:off x="11169508" y="4287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7" name="Google Shape;577;p42"/>
          <p:cNvSpPr/>
          <p:nvPr/>
        </p:nvSpPr>
        <p:spPr>
          <a:xfrm rot="-5400000">
            <a:off x="9362370" y="4432213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8" name="Google Shape;578;p42"/>
          <p:cNvSpPr/>
          <p:nvPr/>
        </p:nvSpPr>
        <p:spPr>
          <a:xfrm rot="-5400000">
            <a:off x="10682259" y="5145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9" name="Google Shape;579;p42"/>
          <p:cNvSpPr/>
          <p:nvPr/>
        </p:nvSpPr>
        <p:spPr>
          <a:xfrm rot="-5400000">
            <a:off x="9336075" y="6556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936432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3"/>
          <p:cNvSpPr txBox="1">
            <a:spLocks noGrp="1"/>
          </p:cNvSpPr>
          <p:nvPr>
            <p:ph type="title"/>
          </p:nvPr>
        </p:nvSpPr>
        <p:spPr>
          <a:xfrm>
            <a:off x="4194367" y="484367"/>
            <a:ext cx="380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2" name="Google Shape;582;p43"/>
          <p:cNvSpPr txBox="1">
            <a:spLocks noGrp="1"/>
          </p:cNvSpPr>
          <p:nvPr>
            <p:ph type="subTitle" idx="1"/>
          </p:nvPr>
        </p:nvSpPr>
        <p:spPr>
          <a:xfrm>
            <a:off x="4438588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3" name="Google Shape;583;p43"/>
          <p:cNvSpPr txBox="1">
            <a:spLocks noGrp="1"/>
          </p:cNvSpPr>
          <p:nvPr>
            <p:ph type="subTitle" idx="2"/>
          </p:nvPr>
        </p:nvSpPr>
        <p:spPr>
          <a:xfrm>
            <a:off x="4814588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4" name="Google Shape;584;p43"/>
          <p:cNvSpPr txBox="1">
            <a:spLocks noGrp="1"/>
          </p:cNvSpPr>
          <p:nvPr>
            <p:ph type="subTitle" idx="3"/>
          </p:nvPr>
        </p:nvSpPr>
        <p:spPr>
          <a:xfrm>
            <a:off x="87955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5" name="Google Shape;585;p43"/>
          <p:cNvSpPr txBox="1">
            <a:spLocks noGrp="1"/>
          </p:cNvSpPr>
          <p:nvPr>
            <p:ph type="subTitle" idx="4"/>
          </p:nvPr>
        </p:nvSpPr>
        <p:spPr>
          <a:xfrm>
            <a:off x="125555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6" name="Google Shape;586;p43"/>
          <p:cNvSpPr txBox="1">
            <a:spLocks noGrp="1"/>
          </p:cNvSpPr>
          <p:nvPr>
            <p:ph type="subTitle" idx="5"/>
          </p:nvPr>
        </p:nvSpPr>
        <p:spPr>
          <a:xfrm>
            <a:off x="4438588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7" name="Google Shape;587;p43"/>
          <p:cNvSpPr txBox="1">
            <a:spLocks noGrp="1"/>
          </p:cNvSpPr>
          <p:nvPr>
            <p:ph type="subTitle" idx="6"/>
          </p:nvPr>
        </p:nvSpPr>
        <p:spPr>
          <a:xfrm>
            <a:off x="4814588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8" name="Google Shape;588;p43"/>
          <p:cNvSpPr txBox="1">
            <a:spLocks noGrp="1"/>
          </p:cNvSpPr>
          <p:nvPr>
            <p:ph type="subTitle" idx="7"/>
          </p:nvPr>
        </p:nvSpPr>
        <p:spPr>
          <a:xfrm>
            <a:off x="87955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9" name="Google Shape;589;p43"/>
          <p:cNvSpPr txBox="1">
            <a:spLocks noGrp="1"/>
          </p:cNvSpPr>
          <p:nvPr>
            <p:ph type="subTitle" idx="8"/>
          </p:nvPr>
        </p:nvSpPr>
        <p:spPr>
          <a:xfrm>
            <a:off x="125555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0" name="Google Shape;590;p43"/>
          <p:cNvSpPr txBox="1">
            <a:spLocks noGrp="1"/>
          </p:cNvSpPr>
          <p:nvPr>
            <p:ph type="subTitle" idx="9"/>
          </p:nvPr>
        </p:nvSpPr>
        <p:spPr>
          <a:xfrm>
            <a:off x="799762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1" name="Google Shape;591;p43"/>
          <p:cNvSpPr txBox="1">
            <a:spLocks noGrp="1"/>
          </p:cNvSpPr>
          <p:nvPr>
            <p:ph type="subTitle" idx="13"/>
          </p:nvPr>
        </p:nvSpPr>
        <p:spPr>
          <a:xfrm>
            <a:off x="837362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2" name="Google Shape;592;p43"/>
          <p:cNvSpPr txBox="1">
            <a:spLocks noGrp="1"/>
          </p:cNvSpPr>
          <p:nvPr>
            <p:ph type="subTitle" idx="14"/>
          </p:nvPr>
        </p:nvSpPr>
        <p:spPr>
          <a:xfrm>
            <a:off x="799762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3" name="Google Shape;593;p43"/>
          <p:cNvSpPr txBox="1">
            <a:spLocks noGrp="1"/>
          </p:cNvSpPr>
          <p:nvPr>
            <p:ph type="subTitle" idx="15"/>
          </p:nvPr>
        </p:nvSpPr>
        <p:spPr>
          <a:xfrm>
            <a:off x="837362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4" name="Google Shape;594;p43"/>
          <p:cNvSpPr/>
          <p:nvPr/>
        </p:nvSpPr>
        <p:spPr>
          <a:xfrm>
            <a:off x="7449733" y="-27939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5" name="Google Shape;595;p43"/>
          <p:cNvSpPr/>
          <p:nvPr/>
        </p:nvSpPr>
        <p:spPr>
          <a:xfrm rot="10800000" flipH="1">
            <a:off x="9208433" y="-700201"/>
            <a:ext cx="317241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6" name="Google Shape;596;p43"/>
          <p:cNvSpPr/>
          <p:nvPr/>
        </p:nvSpPr>
        <p:spPr>
          <a:xfrm rot="-3279262">
            <a:off x="10535453" y="-12973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7" name="Google Shape;597;p43"/>
          <p:cNvSpPr/>
          <p:nvPr/>
        </p:nvSpPr>
        <p:spPr>
          <a:xfrm rot="10800000">
            <a:off x="8542655" y="15145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8" name="Google Shape;598;p43"/>
          <p:cNvSpPr/>
          <p:nvPr/>
        </p:nvSpPr>
        <p:spPr>
          <a:xfrm rot="10800000">
            <a:off x="10872555" y="46649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9" name="Google Shape;599;p43"/>
          <p:cNvSpPr/>
          <p:nvPr/>
        </p:nvSpPr>
        <p:spPr>
          <a:xfrm rot="10800000">
            <a:off x="10241421" y="98542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0" name="Google Shape;600;p43"/>
          <p:cNvSpPr/>
          <p:nvPr/>
        </p:nvSpPr>
        <p:spPr>
          <a:xfrm flipH="1">
            <a:off x="-4445234" y="-28099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1" name="Google Shape;601;p43"/>
          <p:cNvSpPr/>
          <p:nvPr/>
        </p:nvSpPr>
        <p:spPr>
          <a:xfrm rot="10800000">
            <a:off x="-189594" y="-701801"/>
            <a:ext cx="317241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2" name="Google Shape;602;p43"/>
          <p:cNvSpPr/>
          <p:nvPr/>
        </p:nvSpPr>
        <p:spPr>
          <a:xfrm rot="3279262" flipH="1">
            <a:off x="-217286" y="-12989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3" name="Google Shape;603;p43"/>
          <p:cNvSpPr/>
          <p:nvPr/>
        </p:nvSpPr>
        <p:spPr>
          <a:xfrm rot="10800000" flipH="1">
            <a:off x="3430604" y="14985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4" name="Google Shape;604;p43"/>
          <p:cNvSpPr/>
          <p:nvPr/>
        </p:nvSpPr>
        <p:spPr>
          <a:xfrm rot="10800000" flipH="1">
            <a:off x="1187504" y="46489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5" name="Google Shape;605;p43"/>
          <p:cNvSpPr/>
          <p:nvPr/>
        </p:nvSpPr>
        <p:spPr>
          <a:xfrm rot="10800000" flipH="1">
            <a:off x="268404" y="140365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6" name="Google Shape;606;p43"/>
          <p:cNvSpPr/>
          <p:nvPr/>
        </p:nvSpPr>
        <p:spPr>
          <a:xfrm rot="10800000" flipH="1">
            <a:off x="1818637" y="98382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7" name="Google Shape;607;p43"/>
          <p:cNvSpPr/>
          <p:nvPr/>
        </p:nvSpPr>
        <p:spPr>
          <a:xfrm rot="10800000">
            <a:off x="11791655" y="140525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042581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4"/>
          <p:cNvSpPr/>
          <p:nvPr/>
        </p:nvSpPr>
        <p:spPr>
          <a:xfrm rot="-5400000" flipH="1">
            <a:off x="9859551" y="3681389"/>
            <a:ext cx="3257661" cy="758308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0" name="Google Shape;610;p44"/>
          <p:cNvSpPr/>
          <p:nvPr/>
        </p:nvSpPr>
        <p:spPr>
          <a:xfrm rot="-5399497">
            <a:off x="8729410" y="2563472"/>
            <a:ext cx="6020449" cy="90445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1" name="Google Shape;611;p44"/>
          <p:cNvSpPr/>
          <p:nvPr/>
        </p:nvSpPr>
        <p:spPr>
          <a:xfrm rot="-5400440" flipH="1">
            <a:off x="8268809" y="2946989"/>
            <a:ext cx="6882276" cy="963896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2" name="Google Shape;612;p44"/>
          <p:cNvSpPr txBox="1">
            <a:spLocks noGrp="1"/>
          </p:cNvSpPr>
          <p:nvPr>
            <p:ph type="subTitle" idx="1"/>
          </p:nvPr>
        </p:nvSpPr>
        <p:spPr>
          <a:xfrm>
            <a:off x="4438588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3" name="Google Shape;613;p44"/>
          <p:cNvSpPr txBox="1">
            <a:spLocks noGrp="1"/>
          </p:cNvSpPr>
          <p:nvPr>
            <p:ph type="subTitle" idx="2"/>
          </p:nvPr>
        </p:nvSpPr>
        <p:spPr>
          <a:xfrm>
            <a:off x="4814588" y="30664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4" name="Google Shape;614;p44"/>
          <p:cNvSpPr txBox="1">
            <a:spLocks noGrp="1"/>
          </p:cNvSpPr>
          <p:nvPr>
            <p:ph type="subTitle" idx="3"/>
          </p:nvPr>
        </p:nvSpPr>
        <p:spPr>
          <a:xfrm>
            <a:off x="108275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5" name="Google Shape;615;p44"/>
          <p:cNvSpPr txBox="1">
            <a:spLocks noGrp="1"/>
          </p:cNvSpPr>
          <p:nvPr>
            <p:ph type="subTitle" idx="4"/>
          </p:nvPr>
        </p:nvSpPr>
        <p:spPr>
          <a:xfrm>
            <a:off x="1458751" y="30664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6" name="Google Shape;616;p44"/>
          <p:cNvSpPr txBox="1">
            <a:spLocks noGrp="1"/>
          </p:cNvSpPr>
          <p:nvPr>
            <p:ph type="subTitle" idx="5"/>
          </p:nvPr>
        </p:nvSpPr>
        <p:spPr>
          <a:xfrm>
            <a:off x="4438588" y="46796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7" name="Google Shape;617;p44"/>
          <p:cNvSpPr txBox="1">
            <a:spLocks noGrp="1"/>
          </p:cNvSpPr>
          <p:nvPr>
            <p:ph type="subTitle" idx="6"/>
          </p:nvPr>
        </p:nvSpPr>
        <p:spPr>
          <a:xfrm>
            <a:off x="4814588" y="52067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8" name="Google Shape;618;p44"/>
          <p:cNvSpPr txBox="1">
            <a:spLocks noGrp="1"/>
          </p:cNvSpPr>
          <p:nvPr>
            <p:ph type="subTitle" idx="7"/>
          </p:nvPr>
        </p:nvSpPr>
        <p:spPr>
          <a:xfrm>
            <a:off x="1082751" y="46796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9" name="Google Shape;619;p44"/>
          <p:cNvSpPr txBox="1">
            <a:spLocks noGrp="1"/>
          </p:cNvSpPr>
          <p:nvPr>
            <p:ph type="subTitle" idx="8"/>
          </p:nvPr>
        </p:nvSpPr>
        <p:spPr>
          <a:xfrm>
            <a:off x="1458751" y="52067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0" name="Google Shape;620;p44"/>
          <p:cNvSpPr txBox="1">
            <a:spLocks noGrp="1"/>
          </p:cNvSpPr>
          <p:nvPr>
            <p:ph type="subTitle" idx="9"/>
          </p:nvPr>
        </p:nvSpPr>
        <p:spPr>
          <a:xfrm>
            <a:off x="779442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1" name="Google Shape;621;p44"/>
          <p:cNvSpPr txBox="1">
            <a:spLocks noGrp="1"/>
          </p:cNvSpPr>
          <p:nvPr>
            <p:ph type="subTitle" idx="13"/>
          </p:nvPr>
        </p:nvSpPr>
        <p:spPr>
          <a:xfrm>
            <a:off x="8170421" y="30664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2" name="Google Shape;622;p44"/>
          <p:cNvSpPr txBox="1">
            <a:spLocks noGrp="1"/>
          </p:cNvSpPr>
          <p:nvPr>
            <p:ph type="subTitle" idx="14"/>
          </p:nvPr>
        </p:nvSpPr>
        <p:spPr>
          <a:xfrm>
            <a:off x="7794421" y="46796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3" name="Google Shape;623;p44"/>
          <p:cNvSpPr txBox="1">
            <a:spLocks noGrp="1"/>
          </p:cNvSpPr>
          <p:nvPr>
            <p:ph type="subTitle" idx="15"/>
          </p:nvPr>
        </p:nvSpPr>
        <p:spPr>
          <a:xfrm>
            <a:off x="8170421" y="52067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4" name="Google Shape;624;p4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25" name="Google Shape;625;p44"/>
          <p:cNvSpPr/>
          <p:nvPr/>
        </p:nvSpPr>
        <p:spPr>
          <a:xfrm>
            <a:off x="11135625" y="2251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6" name="Google Shape;626;p44"/>
          <p:cNvSpPr/>
          <p:nvPr/>
        </p:nvSpPr>
        <p:spPr>
          <a:xfrm>
            <a:off x="11152641" y="64110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7" name="Google Shape;627;p44"/>
          <p:cNvSpPr/>
          <p:nvPr/>
        </p:nvSpPr>
        <p:spPr>
          <a:xfrm rot="10800000">
            <a:off x="11353641" y="19874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8" name="Google Shape;628;p44"/>
          <p:cNvSpPr/>
          <p:nvPr/>
        </p:nvSpPr>
        <p:spPr>
          <a:xfrm>
            <a:off x="10587925" y="39963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9" name="Google Shape;629;p44"/>
          <p:cNvSpPr/>
          <p:nvPr/>
        </p:nvSpPr>
        <p:spPr>
          <a:xfrm rot="5400000">
            <a:off x="-2053099" y="1426572"/>
            <a:ext cx="4448705" cy="807963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0" name="Google Shape;630;p44"/>
          <p:cNvSpPr/>
          <p:nvPr/>
        </p:nvSpPr>
        <p:spPr>
          <a:xfrm rot="6392579" flipH="1">
            <a:off x="-2782127" y="452280"/>
            <a:ext cx="5477900" cy="1500704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1" name="Google Shape;631;p44"/>
          <p:cNvSpPr/>
          <p:nvPr/>
        </p:nvSpPr>
        <p:spPr>
          <a:xfrm rot="5980549">
            <a:off x="-3167587" y="670442"/>
            <a:ext cx="6454173" cy="1512841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2" name="Google Shape;632;p44"/>
          <p:cNvSpPr/>
          <p:nvPr/>
        </p:nvSpPr>
        <p:spPr>
          <a:xfrm rot="10800000">
            <a:off x="153851" y="279730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3" name="Google Shape;633;p44"/>
          <p:cNvSpPr/>
          <p:nvPr/>
        </p:nvSpPr>
        <p:spPr>
          <a:xfrm rot="10800000">
            <a:off x="481700" y="56275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4" name="Google Shape;634;p44"/>
          <p:cNvSpPr/>
          <p:nvPr/>
        </p:nvSpPr>
        <p:spPr>
          <a:xfrm>
            <a:off x="444033" y="192133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5" name="Google Shape;635;p44"/>
          <p:cNvSpPr/>
          <p:nvPr/>
        </p:nvSpPr>
        <p:spPr>
          <a:xfrm rot="10800000">
            <a:off x="2124817" y="-44082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572982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Title and five columns 1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5"/>
          <p:cNvSpPr txBox="1">
            <a:spLocks noGrp="1"/>
          </p:cNvSpPr>
          <p:nvPr>
            <p:ph type="title"/>
          </p:nvPr>
        </p:nvSpPr>
        <p:spPr>
          <a:xfrm>
            <a:off x="1465251" y="16759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38" name="Google Shape;638;p45"/>
          <p:cNvSpPr txBox="1">
            <a:spLocks noGrp="1"/>
          </p:cNvSpPr>
          <p:nvPr>
            <p:ph type="subTitle" idx="1"/>
          </p:nvPr>
        </p:nvSpPr>
        <p:spPr>
          <a:xfrm>
            <a:off x="1465251" y="20987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39" name="Google Shape;639;p45"/>
          <p:cNvSpPr txBox="1">
            <a:spLocks noGrp="1"/>
          </p:cNvSpPr>
          <p:nvPr>
            <p:ph type="title" idx="2"/>
          </p:nvPr>
        </p:nvSpPr>
        <p:spPr>
          <a:xfrm>
            <a:off x="8001951" y="16759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0" name="Google Shape;640;p45"/>
          <p:cNvSpPr txBox="1">
            <a:spLocks noGrp="1"/>
          </p:cNvSpPr>
          <p:nvPr>
            <p:ph type="subTitle" idx="3"/>
          </p:nvPr>
        </p:nvSpPr>
        <p:spPr>
          <a:xfrm>
            <a:off x="8001951" y="20987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1" name="Google Shape;641;p45"/>
          <p:cNvSpPr txBox="1">
            <a:spLocks noGrp="1"/>
          </p:cNvSpPr>
          <p:nvPr>
            <p:ph type="title" idx="4"/>
          </p:nvPr>
        </p:nvSpPr>
        <p:spPr>
          <a:xfrm>
            <a:off x="1493651" y="45376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2" name="Google Shape;642;p45"/>
          <p:cNvSpPr txBox="1">
            <a:spLocks noGrp="1"/>
          </p:cNvSpPr>
          <p:nvPr>
            <p:ph type="subTitle" idx="5"/>
          </p:nvPr>
        </p:nvSpPr>
        <p:spPr>
          <a:xfrm>
            <a:off x="1493651" y="49604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3" name="Google Shape;643;p45"/>
          <p:cNvSpPr txBox="1">
            <a:spLocks noGrp="1"/>
          </p:cNvSpPr>
          <p:nvPr>
            <p:ph type="title" idx="6"/>
          </p:nvPr>
        </p:nvSpPr>
        <p:spPr>
          <a:xfrm>
            <a:off x="8030351" y="45376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4" name="Google Shape;644;p45"/>
          <p:cNvSpPr txBox="1">
            <a:spLocks noGrp="1"/>
          </p:cNvSpPr>
          <p:nvPr>
            <p:ph type="subTitle" idx="7"/>
          </p:nvPr>
        </p:nvSpPr>
        <p:spPr>
          <a:xfrm>
            <a:off x="8030351" y="49604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5" name="Google Shape;645;p45"/>
          <p:cNvSpPr txBox="1">
            <a:spLocks noGrp="1"/>
          </p:cNvSpPr>
          <p:nvPr>
            <p:ph type="title" idx="8"/>
          </p:nvPr>
        </p:nvSpPr>
        <p:spPr>
          <a:xfrm>
            <a:off x="4733600" y="3106751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6" name="Google Shape;646;p45"/>
          <p:cNvSpPr txBox="1">
            <a:spLocks noGrp="1"/>
          </p:cNvSpPr>
          <p:nvPr>
            <p:ph type="subTitle" idx="9"/>
          </p:nvPr>
        </p:nvSpPr>
        <p:spPr>
          <a:xfrm>
            <a:off x="4733600" y="352964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7" name="Google Shape;647;p45"/>
          <p:cNvSpPr/>
          <p:nvPr/>
        </p:nvSpPr>
        <p:spPr>
          <a:xfrm rot="-1518785" flipH="1">
            <a:off x="144295" y="-18181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8" name="Google Shape;648;p45"/>
          <p:cNvSpPr/>
          <p:nvPr/>
        </p:nvSpPr>
        <p:spPr>
          <a:xfrm rot="-1519228" flipH="1">
            <a:off x="-669836" y="-955150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9" name="Google Shape;649;p45"/>
          <p:cNvSpPr/>
          <p:nvPr/>
        </p:nvSpPr>
        <p:spPr>
          <a:xfrm rot="-1518617">
            <a:off x="-1304856" y="-844822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0" name="Google Shape;650;p45"/>
          <p:cNvSpPr/>
          <p:nvPr/>
        </p:nvSpPr>
        <p:spPr>
          <a:xfrm>
            <a:off x="-970244" y="5473868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1" name="Google Shape;651;p45"/>
          <p:cNvSpPr/>
          <p:nvPr/>
        </p:nvSpPr>
        <p:spPr>
          <a:xfrm rot="1432117" flipH="1">
            <a:off x="-1325510" y="5767891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2" name="Google Shape;652;p45"/>
          <p:cNvSpPr/>
          <p:nvPr/>
        </p:nvSpPr>
        <p:spPr>
          <a:xfrm rot="855778">
            <a:off x="-2040618" y="5611889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3" name="Google Shape;653;p45"/>
          <p:cNvSpPr txBox="1">
            <a:spLocks noGrp="1"/>
          </p:cNvSpPr>
          <p:nvPr>
            <p:ph type="title" idx="13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54" name="Google Shape;654;p45"/>
          <p:cNvSpPr/>
          <p:nvPr/>
        </p:nvSpPr>
        <p:spPr>
          <a:xfrm rot="5400000">
            <a:off x="3558459" y="203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5" name="Google Shape;655;p45"/>
          <p:cNvSpPr/>
          <p:nvPr/>
        </p:nvSpPr>
        <p:spPr>
          <a:xfrm rot="5400000">
            <a:off x="1342108" y="5956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6" name="Google Shape;656;p45"/>
          <p:cNvSpPr/>
          <p:nvPr/>
        </p:nvSpPr>
        <p:spPr>
          <a:xfrm rot="-5400000">
            <a:off x="2682692" y="-2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7" name="Google Shape;657;p45"/>
          <p:cNvSpPr/>
          <p:nvPr/>
        </p:nvSpPr>
        <p:spPr>
          <a:xfrm rot="5400000">
            <a:off x="467159" y="5109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003935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0" name="Google Shape;660;p46"/>
          <p:cNvSpPr txBox="1">
            <a:spLocks noGrp="1"/>
          </p:cNvSpPr>
          <p:nvPr>
            <p:ph type="title" idx="2"/>
          </p:nvPr>
        </p:nvSpPr>
        <p:spPr>
          <a:xfrm>
            <a:off x="1321167" y="20406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1" name="Google Shape;661;p46"/>
          <p:cNvSpPr txBox="1">
            <a:spLocks noGrp="1"/>
          </p:cNvSpPr>
          <p:nvPr>
            <p:ph type="subTitle" idx="1"/>
          </p:nvPr>
        </p:nvSpPr>
        <p:spPr>
          <a:xfrm>
            <a:off x="1321167" y="26454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2" name="Google Shape;662;p46"/>
          <p:cNvSpPr txBox="1">
            <a:spLocks noGrp="1"/>
          </p:cNvSpPr>
          <p:nvPr>
            <p:ph type="title" idx="3"/>
          </p:nvPr>
        </p:nvSpPr>
        <p:spPr>
          <a:xfrm>
            <a:off x="3030367" y="39518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3" name="Google Shape;663;p46"/>
          <p:cNvSpPr txBox="1">
            <a:spLocks noGrp="1"/>
          </p:cNvSpPr>
          <p:nvPr>
            <p:ph type="subTitle" idx="4"/>
          </p:nvPr>
        </p:nvSpPr>
        <p:spPr>
          <a:xfrm>
            <a:off x="3030367" y="45566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4" name="Google Shape;664;p46"/>
          <p:cNvSpPr txBox="1">
            <a:spLocks noGrp="1"/>
          </p:cNvSpPr>
          <p:nvPr>
            <p:ph type="title" idx="5"/>
          </p:nvPr>
        </p:nvSpPr>
        <p:spPr>
          <a:xfrm>
            <a:off x="8158033" y="20406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5" name="Google Shape;665;p46"/>
          <p:cNvSpPr txBox="1">
            <a:spLocks noGrp="1"/>
          </p:cNvSpPr>
          <p:nvPr>
            <p:ph type="subTitle" idx="6"/>
          </p:nvPr>
        </p:nvSpPr>
        <p:spPr>
          <a:xfrm>
            <a:off x="8158033" y="26454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6" name="Google Shape;666;p46"/>
          <p:cNvSpPr txBox="1">
            <a:spLocks noGrp="1"/>
          </p:cNvSpPr>
          <p:nvPr>
            <p:ph type="title" idx="7"/>
          </p:nvPr>
        </p:nvSpPr>
        <p:spPr>
          <a:xfrm>
            <a:off x="6448800" y="39518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7" name="Google Shape;667;p46"/>
          <p:cNvSpPr txBox="1">
            <a:spLocks noGrp="1"/>
          </p:cNvSpPr>
          <p:nvPr>
            <p:ph type="subTitle" idx="8"/>
          </p:nvPr>
        </p:nvSpPr>
        <p:spPr>
          <a:xfrm>
            <a:off x="6448800" y="45566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8" name="Google Shape;668;p46"/>
          <p:cNvSpPr txBox="1">
            <a:spLocks noGrp="1"/>
          </p:cNvSpPr>
          <p:nvPr>
            <p:ph type="title" idx="9"/>
          </p:nvPr>
        </p:nvSpPr>
        <p:spPr>
          <a:xfrm>
            <a:off x="4739567" y="20406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9" name="Google Shape;669;p46"/>
          <p:cNvSpPr txBox="1">
            <a:spLocks noGrp="1"/>
          </p:cNvSpPr>
          <p:nvPr>
            <p:ph type="subTitle" idx="13"/>
          </p:nvPr>
        </p:nvSpPr>
        <p:spPr>
          <a:xfrm>
            <a:off x="4739567" y="26454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70" name="Google Shape;670;p46"/>
          <p:cNvSpPr/>
          <p:nvPr/>
        </p:nvSpPr>
        <p:spPr>
          <a:xfrm>
            <a:off x="-819719" y="5413205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1" name="Google Shape;671;p46"/>
          <p:cNvSpPr/>
          <p:nvPr/>
        </p:nvSpPr>
        <p:spPr>
          <a:xfrm rot="1432117" flipH="1">
            <a:off x="-1174986" y="5707227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2" name="Google Shape;672;p46"/>
          <p:cNvSpPr/>
          <p:nvPr/>
        </p:nvSpPr>
        <p:spPr>
          <a:xfrm rot="855778">
            <a:off x="-1890094" y="5551225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3" name="Google Shape;673;p46"/>
          <p:cNvSpPr/>
          <p:nvPr/>
        </p:nvSpPr>
        <p:spPr>
          <a:xfrm rot="5027361" flipH="1">
            <a:off x="11465099" y="5389462"/>
            <a:ext cx="2228005" cy="2130383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4" name="Google Shape;674;p46"/>
          <p:cNvSpPr/>
          <p:nvPr/>
        </p:nvSpPr>
        <p:spPr>
          <a:xfrm rot="10093095" flipH="1">
            <a:off x="9360036" y="5931063"/>
            <a:ext cx="4743037" cy="128890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5" name="Google Shape;675;p46"/>
          <p:cNvSpPr/>
          <p:nvPr/>
        </p:nvSpPr>
        <p:spPr>
          <a:xfrm rot="10800000" flipH="1">
            <a:off x="9360094" y="5806646"/>
            <a:ext cx="4742205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6" name="Google Shape;676;p46"/>
          <p:cNvSpPr/>
          <p:nvPr/>
        </p:nvSpPr>
        <p:spPr>
          <a:xfrm rot="5400000">
            <a:off x="11458775" y="5663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7" name="Google Shape;677;p46"/>
          <p:cNvSpPr/>
          <p:nvPr/>
        </p:nvSpPr>
        <p:spPr>
          <a:xfrm rot="5400000">
            <a:off x="1081125" y="57649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8" name="Google Shape;678;p46"/>
          <p:cNvSpPr/>
          <p:nvPr/>
        </p:nvSpPr>
        <p:spPr>
          <a:xfrm rot="-5400000">
            <a:off x="10583008" y="5460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9" name="Google Shape;679;p46"/>
          <p:cNvSpPr/>
          <p:nvPr/>
        </p:nvSpPr>
        <p:spPr>
          <a:xfrm rot="5400000">
            <a:off x="206175" y="49186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541143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7"/>
          <p:cNvSpPr txBox="1">
            <a:spLocks noGrp="1"/>
          </p:cNvSpPr>
          <p:nvPr>
            <p:ph type="title"/>
          </p:nvPr>
        </p:nvSpPr>
        <p:spPr>
          <a:xfrm>
            <a:off x="2057800" y="484367"/>
            <a:ext cx="807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82" name="Google Shape;682;p47"/>
          <p:cNvSpPr txBox="1">
            <a:spLocks noGrp="1"/>
          </p:cNvSpPr>
          <p:nvPr>
            <p:ph type="subTitle" idx="1"/>
          </p:nvPr>
        </p:nvSpPr>
        <p:spPr>
          <a:xfrm>
            <a:off x="6500843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3" name="Google Shape;683;p47"/>
          <p:cNvSpPr txBox="1">
            <a:spLocks noGrp="1"/>
          </p:cNvSpPr>
          <p:nvPr>
            <p:ph type="subTitle" idx="2"/>
          </p:nvPr>
        </p:nvSpPr>
        <p:spPr>
          <a:xfrm>
            <a:off x="687675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4" name="Google Shape;684;p47"/>
          <p:cNvSpPr txBox="1">
            <a:spLocks noGrp="1"/>
          </p:cNvSpPr>
          <p:nvPr>
            <p:ph type="subTitle" idx="3"/>
          </p:nvPr>
        </p:nvSpPr>
        <p:spPr>
          <a:xfrm>
            <a:off x="237635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5" name="Google Shape;685;p47"/>
          <p:cNvSpPr txBox="1">
            <a:spLocks noGrp="1"/>
          </p:cNvSpPr>
          <p:nvPr>
            <p:ph type="subTitle" idx="4"/>
          </p:nvPr>
        </p:nvSpPr>
        <p:spPr>
          <a:xfrm>
            <a:off x="2752500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6" name="Google Shape;686;p47"/>
          <p:cNvSpPr txBox="1">
            <a:spLocks noGrp="1"/>
          </p:cNvSpPr>
          <p:nvPr>
            <p:ph type="subTitle" idx="5"/>
          </p:nvPr>
        </p:nvSpPr>
        <p:spPr>
          <a:xfrm>
            <a:off x="6500800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7" name="Google Shape;687;p47"/>
          <p:cNvSpPr txBox="1">
            <a:spLocks noGrp="1"/>
          </p:cNvSpPr>
          <p:nvPr>
            <p:ph type="subTitle" idx="6"/>
          </p:nvPr>
        </p:nvSpPr>
        <p:spPr>
          <a:xfrm>
            <a:off x="687675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8" name="Google Shape;688;p47"/>
          <p:cNvSpPr txBox="1">
            <a:spLocks noGrp="1"/>
          </p:cNvSpPr>
          <p:nvPr>
            <p:ph type="subTitle" idx="7"/>
          </p:nvPr>
        </p:nvSpPr>
        <p:spPr>
          <a:xfrm>
            <a:off x="237635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9" name="Google Shape;689;p47"/>
          <p:cNvSpPr txBox="1">
            <a:spLocks noGrp="1"/>
          </p:cNvSpPr>
          <p:nvPr>
            <p:ph type="subTitle" idx="8"/>
          </p:nvPr>
        </p:nvSpPr>
        <p:spPr>
          <a:xfrm>
            <a:off x="2752500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90" name="Google Shape;690;p47"/>
          <p:cNvSpPr/>
          <p:nvPr/>
        </p:nvSpPr>
        <p:spPr>
          <a:xfrm rot="-5400000" flipH="1">
            <a:off x="-4129329" y="292282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1" name="Google Shape;691;p47"/>
          <p:cNvSpPr/>
          <p:nvPr/>
        </p:nvSpPr>
        <p:spPr>
          <a:xfrm rot="5400000">
            <a:off x="-2561733" y="4131251"/>
            <a:ext cx="5695767" cy="156993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2" name="Google Shape;692;p47"/>
          <p:cNvSpPr/>
          <p:nvPr/>
        </p:nvSpPr>
        <p:spPr>
          <a:xfrm rot="147" flipH="1">
            <a:off x="-535861" y="4240130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3" name="Google Shape;693;p47"/>
          <p:cNvSpPr/>
          <p:nvPr/>
        </p:nvSpPr>
        <p:spPr>
          <a:xfrm rot="-5400000" flipH="1">
            <a:off x="1119281" y="515275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4" name="Google Shape;694;p47"/>
          <p:cNvSpPr/>
          <p:nvPr/>
        </p:nvSpPr>
        <p:spPr>
          <a:xfrm rot="-5400000" flipH="1">
            <a:off x="502015" y="144665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5" name="Google Shape;695;p47"/>
          <p:cNvSpPr/>
          <p:nvPr/>
        </p:nvSpPr>
        <p:spPr>
          <a:xfrm rot="-5400000" flipH="1">
            <a:off x="1265315" y="230785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6" name="Google Shape;696;p47"/>
          <p:cNvSpPr/>
          <p:nvPr/>
        </p:nvSpPr>
        <p:spPr>
          <a:xfrm rot="5400000" flipH="1">
            <a:off x="7107590" y="292282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7" name="Google Shape;697;p47"/>
          <p:cNvSpPr/>
          <p:nvPr/>
        </p:nvSpPr>
        <p:spPr>
          <a:xfrm rot="-5400000">
            <a:off x="9030987" y="1317811"/>
            <a:ext cx="5695767" cy="156993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8" name="Google Shape;698;p47"/>
          <p:cNvSpPr/>
          <p:nvPr/>
        </p:nvSpPr>
        <p:spPr>
          <a:xfrm rot="-10799853" flipH="1">
            <a:off x="10827763" y="-12933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9" name="Google Shape;699;p47"/>
          <p:cNvSpPr/>
          <p:nvPr/>
        </p:nvSpPr>
        <p:spPr>
          <a:xfrm rot="5400000" flipH="1">
            <a:off x="10473439" y="68250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0" name="Google Shape;700;p47"/>
          <p:cNvSpPr/>
          <p:nvPr/>
        </p:nvSpPr>
        <p:spPr>
          <a:xfrm rot="5400000" flipH="1">
            <a:off x="10827739" y="164824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1" name="Google Shape;701;p47"/>
          <p:cNvSpPr/>
          <p:nvPr/>
        </p:nvSpPr>
        <p:spPr>
          <a:xfrm rot="5400000" flipH="1">
            <a:off x="11445005" y="535434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2" name="Google Shape;702;p47"/>
          <p:cNvSpPr/>
          <p:nvPr/>
        </p:nvSpPr>
        <p:spPr>
          <a:xfrm rot="5400000" flipH="1">
            <a:off x="10768505" y="457954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3" name="Google Shape;703;p47"/>
          <p:cNvSpPr/>
          <p:nvPr/>
        </p:nvSpPr>
        <p:spPr>
          <a:xfrm rot="-5400000" flipH="1">
            <a:off x="1560381" y="620488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885930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8"/>
          <p:cNvSpPr txBox="1">
            <a:spLocks noGrp="1"/>
          </p:cNvSpPr>
          <p:nvPr>
            <p:ph type="title"/>
          </p:nvPr>
        </p:nvSpPr>
        <p:spPr>
          <a:xfrm flipH="1">
            <a:off x="1278669" y="2692967"/>
            <a:ext cx="52416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06" name="Google Shape;706;p48"/>
          <p:cNvSpPr txBox="1">
            <a:spLocks noGrp="1"/>
          </p:cNvSpPr>
          <p:nvPr>
            <p:ph type="subTitle" idx="1"/>
          </p:nvPr>
        </p:nvSpPr>
        <p:spPr>
          <a:xfrm flipH="1">
            <a:off x="1278787" y="3421033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2000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07" name="Google Shape;707;p48"/>
          <p:cNvSpPr/>
          <p:nvPr/>
        </p:nvSpPr>
        <p:spPr>
          <a:xfrm rot="-132439" flipH="1">
            <a:off x="407828" y="-5322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8" name="Google Shape;708;p48"/>
          <p:cNvSpPr/>
          <p:nvPr/>
        </p:nvSpPr>
        <p:spPr>
          <a:xfrm flipH="1">
            <a:off x="536613" y="-176902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9" name="Google Shape;709;p48"/>
          <p:cNvSpPr/>
          <p:nvPr/>
        </p:nvSpPr>
        <p:spPr>
          <a:xfrm rot="10800000" flipH="1">
            <a:off x="-362816" y="-1450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0" name="Google Shape;710;p48"/>
          <p:cNvSpPr/>
          <p:nvPr/>
        </p:nvSpPr>
        <p:spPr>
          <a:xfrm rot="10800000" flipH="1">
            <a:off x="536601" y="14486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1" name="Google Shape;711;p48"/>
          <p:cNvSpPr/>
          <p:nvPr/>
        </p:nvSpPr>
        <p:spPr>
          <a:xfrm rot="10800000" flipH="1">
            <a:off x="1537401" y="86408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2" name="Google Shape;712;p48"/>
          <p:cNvSpPr/>
          <p:nvPr/>
        </p:nvSpPr>
        <p:spPr>
          <a:xfrm rot="10800000" flipH="1">
            <a:off x="3813001" y="401616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3" name="Google Shape;713;p48"/>
          <p:cNvSpPr/>
          <p:nvPr/>
        </p:nvSpPr>
        <p:spPr>
          <a:xfrm rot="-10667561">
            <a:off x="407828" y="5858447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4" name="Google Shape;714;p48"/>
          <p:cNvSpPr/>
          <p:nvPr/>
        </p:nvSpPr>
        <p:spPr>
          <a:xfrm rot="10800000">
            <a:off x="536613" y="5734796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5" name="Google Shape;715;p48"/>
          <p:cNvSpPr/>
          <p:nvPr/>
        </p:nvSpPr>
        <p:spPr>
          <a:xfrm>
            <a:off x="-362816" y="5542150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6" name="Google Shape;716;p48"/>
          <p:cNvSpPr/>
          <p:nvPr/>
        </p:nvSpPr>
        <p:spPr>
          <a:xfrm>
            <a:off x="536601" y="526626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7" name="Google Shape;717;p48"/>
          <p:cNvSpPr/>
          <p:nvPr/>
        </p:nvSpPr>
        <p:spPr>
          <a:xfrm>
            <a:off x="1537401" y="585083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8" name="Google Shape;718;p48"/>
          <p:cNvSpPr/>
          <p:nvPr/>
        </p:nvSpPr>
        <p:spPr>
          <a:xfrm>
            <a:off x="3813001" y="63132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9" name="Google Shape;719;p48"/>
          <p:cNvSpPr/>
          <p:nvPr/>
        </p:nvSpPr>
        <p:spPr>
          <a:xfrm>
            <a:off x="6995568" y="642436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0" name="Google Shape;720;p48"/>
          <p:cNvSpPr/>
          <p:nvPr/>
        </p:nvSpPr>
        <p:spPr>
          <a:xfrm rot="10800000" flipH="1">
            <a:off x="6995568" y="2041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897459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9"/>
          <p:cNvSpPr txBox="1">
            <a:spLocks noGrp="1"/>
          </p:cNvSpPr>
          <p:nvPr>
            <p:ph type="title"/>
          </p:nvPr>
        </p:nvSpPr>
        <p:spPr>
          <a:xfrm flipH="1">
            <a:off x="1375132" y="1237367"/>
            <a:ext cx="4990000" cy="227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3" name="Google Shape;723;p49"/>
          <p:cNvSpPr txBox="1">
            <a:spLocks noGrp="1"/>
          </p:cNvSpPr>
          <p:nvPr>
            <p:ph type="subTitle" idx="1"/>
          </p:nvPr>
        </p:nvSpPr>
        <p:spPr>
          <a:xfrm flipH="1">
            <a:off x="1374725" y="3522533"/>
            <a:ext cx="4990000" cy="20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24" name="Google Shape;724;p49"/>
          <p:cNvSpPr/>
          <p:nvPr/>
        </p:nvSpPr>
        <p:spPr>
          <a:xfrm>
            <a:off x="0" y="0"/>
            <a:ext cx="593200" cy="5932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5" name="Google Shape;725;p49"/>
          <p:cNvSpPr/>
          <p:nvPr/>
        </p:nvSpPr>
        <p:spPr>
          <a:xfrm rot="-9281215">
            <a:off x="220401" y="5604975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6" name="Google Shape;726;p49"/>
          <p:cNvSpPr/>
          <p:nvPr/>
        </p:nvSpPr>
        <p:spPr>
          <a:xfrm rot="-9280772">
            <a:off x="-593729" y="5862083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7" name="Google Shape;727;p49"/>
          <p:cNvSpPr/>
          <p:nvPr/>
        </p:nvSpPr>
        <p:spPr>
          <a:xfrm rot="-9281383" flipH="1">
            <a:off x="-1228749" y="5198448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8" name="Google Shape;728;p49"/>
          <p:cNvSpPr/>
          <p:nvPr/>
        </p:nvSpPr>
        <p:spPr>
          <a:xfrm rot="10800000" flipH="1">
            <a:off x="-894137" y="10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9" name="Google Shape;729;p49"/>
          <p:cNvSpPr/>
          <p:nvPr/>
        </p:nvSpPr>
        <p:spPr>
          <a:xfrm rot="9367883">
            <a:off x="-1249403" y="-45072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0" name="Google Shape;730;p49"/>
          <p:cNvSpPr/>
          <p:nvPr/>
        </p:nvSpPr>
        <p:spPr>
          <a:xfrm rot="-1518617">
            <a:off x="-1323756" y="-1160355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1" name="Google Shape;731;p49"/>
          <p:cNvSpPr/>
          <p:nvPr/>
        </p:nvSpPr>
        <p:spPr>
          <a:xfrm rot="5400000">
            <a:off x="2936259" y="61284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2" name="Google Shape;732;p49"/>
          <p:cNvSpPr/>
          <p:nvPr/>
        </p:nvSpPr>
        <p:spPr>
          <a:xfrm rot="-5400000">
            <a:off x="753475" y="1096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578658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0"/>
          <p:cNvSpPr txBox="1">
            <a:spLocks noGrp="1"/>
          </p:cNvSpPr>
          <p:nvPr>
            <p:ph type="title"/>
          </p:nvPr>
        </p:nvSpPr>
        <p:spPr>
          <a:xfrm>
            <a:off x="5671733" y="2692967"/>
            <a:ext cx="52416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35" name="Google Shape;735;p50"/>
          <p:cNvSpPr txBox="1">
            <a:spLocks noGrp="1"/>
          </p:cNvSpPr>
          <p:nvPr>
            <p:ph type="subTitle" idx="1"/>
          </p:nvPr>
        </p:nvSpPr>
        <p:spPr>
          <a:xfrm>
            <a:off x="6914816" y="3421033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2000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36" name="Google Shape;736;p50"/>
          <p:cNvSpPr/>
          <p:nvPr/>
        </p:nvSpPr>
        <p:spPr>
          <a:xfrm rot="10800000">
            <a:off x="5250017" y="5881165"/>
            <a:ext cx="5249311" cy="977032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7" name="Google Shape;737;p50"/>
          <p:cNvSpPr/>
          <p:nvPr/>
        </p:nvSpPr>
        <p:spPr>
          <a:xfrm flipH="1">
            <a:off x="5252850" y="132"/>
            <a:ext cx="6835569" cy="1727905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8" name="Google Shape;738;p50"/>
          <p:cNvSpPr/>
          <p:nvPr/>
        </p:nvSpPr>
        <p:spPr>
          <a:xfrm rot="10800000" flipH="1">
            <a:off x="6293352" y="5522235"/>
            <a:ext cx="7646707" cy="1335963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9" name="Google Shape;739;p50"/>
          <p:cNvSpPr/>
          <p:nvPr/>
        </p:nvSpPr>
        <p:spPr>
          <a:xfrm rot="10800000" flipH="1">
            <a:off x="6684612" y="273"/>
            <a:ext cx="5507776" cy="196378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0" name="Google Shape;740;p50"/>
          <p:cNvSpPr/>
          <p:nvPr/>
        </p:nvSpPr>
        <p:spPr>
          <a:xfrm rot="10800000">
            <a:off x="7505048" y="653"/>
            <a:ext cx="4686864" cy="196354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1" name="Google Shape;741;p50"/>
          <p:cNvSpPr/>
          <p:nvPr/>
        </p:nvSpPr>
        <p:spPr>
          <a:xfrm rot="10800000">
            <a:off x="6960777" y="5684627"/>
            <a:ext cx="5249473" cy="1173572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2" name="Google Shape;742;p50"/>
          <p:cNvSpPr/>
          <p:nvPr/>
        </p:nvSpPr>
        <p:spPr>
          <a:xfrm rot="5400000">
            <a:off x="8703808" y="597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3" name="Google Shape;743;p50"/>
          <p:cNvSpPr/>
          <p:nvPr/>
        </p:nvSpPr>
        <p:spPr>
          <a:xfrm rot="5400000">
            <a:off x="7373625" y="12603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4" name="Google Shape;744;p50"/>
          <p:cNvSpPr/>
          <p:nvPr/>
        </p:nvSpPr>
        <p:spPr>
          <a:xfrm rot="-5400000">
            <a:off x="7828041" y="57741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5" name="Google Shape;745;p50"/>
          <p:cNvSpPr/>
          <p:nvPr/>
        </p:nvSpPr>
        <p:spPr>
          <a:xfrm rot="5400000">
            <a:off x="6498675" y="4139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937209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1"/>
          <p:cNvSpPr txBox="1">
            <a:spLocks noGrp="1"/>
          </p:cNvSpPr>
          <p:nvPr>
            <p:ph type="title"/>
          </p:nvPr>
        </p:nvSpPr>
        <p:spPr>
          <a:xfrm flipH="1">
            <a:off x="1278669" y="2692967"/>
            <a:ext cx="52416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48" name="Google Shape;748;p51"/>
          <p:cNvSpPr txBox="1">
            <a:spLocks noGrp="1"/>
          </p:cNvSpPr>
          <p:nvPr>
            <p:ph type="subTitle" idx="1"/>
          </p:nvPr>
        </p:nvSpPr>
        <p:spPr>
          <a:xfrm flipH="1">
            <a:off x="1278787" y="3421033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2000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49" name="Google Shape;749;p51"/>
          <p:cNvSpPr/>
          <p:nvPr/>
        </p:nvSpPr>
        <p:spPr>
          <a:xfrm rot="-5911893" flipH="1">
            <a:off x="416701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0" name="Google Shape;750;p51"/>
          <p:cNvSpPr/>
          <p:nvPr/>
        </p:nvSpPr>
        <p:spPr>
          <a:xfrm rot="-515846" flipH="1">
            <a:off x="-5333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1" name="Google Shape;751;p51"/>
          <p:cNvSpPr/>
          <p:nvPr/>
        </p:nvSpPr>
        <p:spPr>
          <a:xfrm flipH="1">
            <a:off x="-5640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2" name="Google Shape;752;p51"/>
          <p:cNvSpPr/>
          <p:nvPr/>
        </p:nvSpPr>
        <p:spPr>
          <a:xfrm>
            <a:off x="-367163" y="5518385"/>
            <a:ext cx="4494043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3" name="Google Shape;753;p51"/>
          <p:cNvSpPr/>
          <p:nvPr/>
        </p:nvSpPr>
        <p:spPr>
          <a:xfrm rot="1067063" flipH="1">
            <a:off x="-742072" y="5759039"/>
            <a:ext cx="5571133" cy="16015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4" name="Google Shape;754;p51"/>
          <p:cNvSpPr/>
          <p:nvPr/>
        </p:nvSpPr>
        <p:spPr>
          <a:xfrm rot="626416">
            <a:off x="-1795646" y="5634892"/>
            <a:ext cx="6535775" cy="163603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5" name="Google Shape;755;p51"/>
          <p:cNvSpPr/>
          <p:nvPr/>
        </p:nvSpPr>
        <p:spPr>
          <a:xfrm rot="5400000">
            <a:off x="2766492" y="58020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6" name="Google Shape;756;p51"/>
          <p:cNvSpPr/>
          <p:nvPr/>
        </p:nvSpPr>
        <p:spPr>
          <a:xfrm rot="1364436">
            <a:off x="2777028" y="717890"/>
            <a:ext cx="131416" cy="13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7" name="Google Shape;757;p51"/>
          <p:cNvSpPr/>
          <p:nvPr/>
        </p:nvSpPr>
        <p:spPr>
          <a:xfrm rot="-5400000">
            <a:off x="1890725" y="5598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8" name="Google Shape;758;p51"/>
          <p:cNvSpPr/>
          <p:nvPr/>
        </p:nvSpPr>
        <p:spPr>
          <a:xfrm rot="1359618">
            <a:off x="1671890" y="1131690"/>
            <a:ext cx="218031" cy="21803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0989968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2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61" name="Google Shape;761;p52"/>
          <p:cNvSpPr txBox="1">
            <a:spLocks noGrp="1"/>
          </p:cNvSpPr>
          <p:nvPr>
            <p:ph type="subTitle" idx="1"/>
          </p:nvPr>
        </p:nvSpPr>
        <p:spPr>
          <a:xfrm>
            <a:off x="6344167" y="1604400"/>
            <a:ext cx="4802400" cy="39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●"/>
              <a:defRPr sz="1867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62" name="Google Shape;762;p52"/>
          <p:cNvSpPr/>
          <p:nvPr/>
        </p:nvSpPr>
        <p:spPr>
          <a:xfrm rot="10800000" flipH="1">
            <a:off x="-525579" y="-63415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3" name="Google Shape;763;p52"/>
          <p:cNvSpPr/>
          <p:nvPr/>
        </p:nvSpPr>
        <p:spPr>
          <a:xfrm rot="9367883">
            <a:off x="-880845" y="-59898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4" name="Google Shape;764;p52"/>
          <p:cNvSpPr/>
          <p:nvPr/>
        </p:nvSpPr>
        <p:spPr>
          <a:xfrm rot="9944222" flipH="1">
            <a:off x="-1595952" y="-541118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5" name="Google Shape;765;p52"/>
          <p:cNvSpPr/>
          <p:nvPr/>
        </p:nvSpPr>
        <p:spPr>
          <a:xfrm rot="3327864">
            <a:off x="3630962" y="335883"/>
            <a:ext cx="218021" cy="21802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6" name="Google Shape;766;p52"/>
          <p:cNvSpPr/>
          <p:nvPr/>
        </p:nvSpPr>
        <p:spPr>
          <a:xfrm rot="3326249">
            <a:off x="2054231" y="1281810"/>
            <a:ext cx="131147" cy="1317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7" name="Google Shape;767;p52"/>
          <p:cNvSpPr/>
          <p:nvPr/>
        </p:nvSpPr>
        <p:spPr>
          <a:xfrm rot="-7473751">
            <a:off x="2777815" y="697639"/>
            <a:ext cx="131147" cy="1317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8" name="Google Shape;768;p52"/>
          <p:cNvSpPr/>
          <p:nvPr/>
        </p:nvSpPr>
        <p:spPr>
          <a:xfrm rot="3327864">
            <a:off x="870215" y="1049458"/>
            <a:ext cx="218021" cy="21802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793338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3"/>
          <p:cNvSpPr txBox="1">
            <a:spLocks noGrp="1"/>
          </p:cNvSpPr>
          <p:nvPr>
            <p:ph type="title"/>
          </p:nvPr>
        </p:nvSpPr>
        <p:spPr>
          <a:xfrm flipH="1">
            <a:off x="915600" y="1457600"/>
            <a:ext cx="10360800" cy="18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5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71" name="Google Shape;771;p53"/>
          <p:cNvSpPr txBox="1">
            <a:spLocks noGrp="1"/>
          </p:cNvSpPr>
          <p:nvPr>
            <p:ph type="body" idx="1"/>
          </p:nvPr>
        </p:nvSpPr>
        <p:spPr>
          <a:xfrm flipH="1">
            <a:off x="915600" y="3387233"/>
            <a:ext cx="10360800" cy="18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133"/>
            </a:lvl1pPr>
            <a:lvl2pPr marL="1219170" lvl="1" indent="-47412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72" name="Google Shape;772;p53"/>
          <p:cNvSpPr/>
          <p:nvPr/>
        </p:nvSpPr>
        <p:spPr>
          <a:xfrm>
            <a:off x="1373634" y="5280236"/>
            <a:ext cx="9445233" cy="1577729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3" name="Google Shape;773;p53"/>
          <p:cNvSpPr/>
          <p:nvPr/>
        </p:nvSpPr>
        <p:spPr>
          <a:xfrm flipH="1">
            <a:off x="-1" y="5816666"/>
            <a:ext cx="12192468" cy="104280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4" name="Google Shape;774;p53"/>
          <p:cNvSpPr/>
          <p:nvPr/>
        </p:nvSpPr>
        <p:spPr>
          <a:xfrm rot="6479671">
            <a:off x="7274120" y="-1905314"/>
            <a:ext cx="2003465" cy="4681131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5" name="Google Shape;775;p53"/>
          <p:cNvSpPr/>
          <p:nvPr/>
        </p:nvSpPr>
        <p:spPr>
          <a:xfrm>
            <a:off x="1" y="-223233"/>
            <a:ext cx="12192468" cy="1108664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6" name="Google Shape;776;p53"/>
          <p:cNvSpPr/>
          <p:nvPr/>
        </p:nvSpPr>
        <p:spPr>
          <a:xfrm>
            <a:off x="0" y="-223233"/>
            <a:ext cx="12192104" cy="121577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7" name="Google Shape;777;p53"/>
          <p:cNvSpPr/>
          <p:nvPr/>
        </p:nvSpPr>
        <p:spPr>
          <a:xfrm>
            <a:off x="1" y="5889248"/>
            <a:ext cx="12191587" cy="96920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8" name="Google Shape;778;p53"/>
          <p:cNvSpPr/>
          <p:nvPr/>
        </p:nvSpPr>
        <p:spPr>
          <a:xfrm rot="5400000">
            <a:off x="10969041" y="5671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9" name="Google Shape;779;p53"/>
          <p:cNvSpPr/>
          <p:nvPr/>
        </p:nvSpPr>
        <p:spPr>
          <a:xfrm rot="5400000">
            <a:off x="3701292" y="5834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0" name="Google Shape;780;p53"/>
          <p:cNvSpPr/>
          <p:nvPr/>
        </p:nvSpPr>
        <p:spPr>
          <a:xfrm rot="-5400000">
            <a:off x="8709075" y="5539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1" name="Google Shape;781;p53"/>
          <p:cNvSpPr/>
          <p:nvPr/>
        </p:nvSpPr>
        <p:spPr>
          <a:xfrm rot="5400000">
            <a:off x="561308" y="521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2" name="Google Shape;782;p53"/>
          <p:cNvSpPr/>
          <p:nvPr/>
        </p:nvSpPr>
        <p:spPr>
          <a:xfrm rot="5400000">
            <a:off x="9644275" y="1088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3" name="Google Shape;783;p53"/>
          <p:cNvSpPr/>
          <p:nvPr/>
        </p:nvSpPr>
        <p:spPr>
          <a:xfrm rot="5400000">
            <a:off x="7841359" y="9553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4" name="Google Shape;784;p53"/>
          <p:cNvSpPr/>
          <p:nvPr/>
        </p:nvSpPr>
        <p:spPr>
          <a:xfrm rot="5400000">
            <a:off x="3362108" y="885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298086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4"/>
          <p:cNvSpPr/>
          <p:nvPr/>
        </p:nvSpPr>
        <p:spPr>
          <a:xfrm rot="10800000">
            <a:off x="9734634" y="8473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7" name="Google Shape;787;p54"/>
          <p:cNvSpPr/>
          <p:nvPr/>
        </p:nvSpPr>
        <p:spPr>
          <a:xfrm rot="-9367883" flipH="1">
            <a:off x="9142295" y="-450839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8" name="Google Shape;788;p54"/>
          <p:cNvSpPr/>
          <p:nvPr/>
        </p:nvSpPr>
        <p:spPr>
          <a:xfrm rot="-9944222">
            <a:off x="9255515" y="-392971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9" name="Google Shape;789;p54"/>
          <p:cNvSpPr/>
          <p:nvPr/>
        </p:nvSpPr>
        <p:spPr>
          <a:xfrm rot="5027361" flipH="1">
            <a:off x="10317632" y="5352378"/>
            <a:ext cx="2228005" cy="2130383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0" name="Google Shape;790;p54"/>
          <p:cNvSpPr/>
          <p:nvPr/>
        </p:nvSpPr>
        <p:spPr>
          <a:xfrm rot="10093095" flipH="1">
            <a:off x="8212570" y="5893980"/>
            <a:ext cx="4743037" cy="128890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1" name="Google Shape;791;p54"/>
          <p:cNvSpPr/>
          <p:nvPr/>
        </p:nvSpPr>
        <p:spPr>
          <a:xfrm rot="10800000" flipH="1">
            <a:off x="8212627" y="5769562"/>
            <a:ext cx="4742205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2" name="Google Shape;792;p54"/>
          <p:cNvSpPr txBox="1">
            <a:spLocks noGrp="1"/>
          </p:cNvSpPr>
          <p:nvPr>
            <p:ph type="title"/>
          </p:nvPr>
        </p:nvSpPr>
        <p:spPr>
          <a:xfrm>
            <a:off x="5939200" y="1378951"/>
            <a:ext cx="4859200" cy="231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93" name="Google Shape;793;p54"/>
          <p:cNvSpPr txBox="1">
            <a:spLocks noGrp="1"/>
          </p:cNvSpPr>
          <p:nvPr>
            <p:ph type="subTitle" idx="1"/>
          </p:nvPr>
        </p:nvSpPr>
        <p:spPr>
          <a:xfrm>
            <a:off x="5939200" y="3790651"/>
            <a:ext cx="4859200" cy="16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94" name="Google Shape;794;p54"/>
          <p:cNvSpPr/>
          <p:nvPr/>
        </p:nvSpPr>
        <p:spPr>
          <a:xfrm rot="5400000">
            <a:off x="10294841" y="57660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5" name="Google Shape;795;p54"/>
          <p:cNvSpPr/>
          <p:nvPr/>
        </p:nvSpPr>
        <p:spPr>
          <a:xfrm rot="5400000">
            <a:off x="9759292" y="10688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6" name="Google Shape;796;p54"/>
          <p:cNvSpPr/>
          <p:nvPr/>
        </p:nvSpPr>
        <p:spPr>
          <a:xfrm rot="-5400000">
            <a:off x="9419075" y="55624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7" name="Google Shape;797;p54"/>
          <p:cNvSpPr/>
          <p:nvPr/>
        </p:nvSpPr>
        <p:spPr>
          <a:xfrm rot="5400000">
            <a:off x="8884341" y="2225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013489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5"/>
          <p:cNvSpPr/>
          <p:nvPr/>
        </p:nvSpPr>
        <p:spPr>
          <a:xfrm rot="10800000">
            <a:off x="7259003" y="5381793"/>
            <a:ext cx="4859476" cy="1491228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0" name="Google Shape;800;p55"/>
          <p:cNvSpPr/>
          <p:nvPr/>
        </p:nvSpPr>
        <p:spPr>
          <a:xfrm>
            <a:off x="8277133" y="5178220"/>
            <a:ext cx="3915624" cy="1694800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1" name="Google Shape;801;p55"/>
          <p:cNvSpPr/>
          <p:nvPr/>
        </p:nvSpPr>
        <p:spPr>
          <a:xfrm flipH="1">
            <a:off x="8860410" y="5178098"/>
            <a:ext cx="3331639" cy="1694897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2" name="Google Shape;802;p55"/>
          <p:cNvSpPr txBox="1">
            <a:spLocks noGrp="1"/>
          </p:cNvSpPr>
          <p:nvPr>
            <p:ph type="title"/>
          </p:nvPr>
        </p:nvSpPr>
        <p:spPr>
          <a:xfrm>
            <a:off x="6255733" y="1547933"/>
            <a:ext cx="4724400" cy="21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03" name="Google Shape;803;p55"/>
          <p:cNvSpPr txBox="1">
            <a:spLocks noGrp="1"/>
          </p:cNvSpPr>
          <p:nvPr>
            <p:ph type="subTitle" idx="1"/>
          </p:nvPr>
        </p:nvSpPr>
        <p:spPr>
          <a:xfrm>
            <a:off x="6255833" y="3777767"/>
            <a:ext cx="4724400" cy="1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04" name="Google Shape;804;p55"/>
          <p:cNvSpPr/>
          <p:nvPr/>
        </p:nvSpPr>
        <p:spPr>
          <a:xfrm rot="10800000">
            <a:off x="8989714" y="2985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5" name="Google Shape;805;p55"/>
          <p:cNvSpPr/>
          <p:nvPr/>
        </p:nvSpPr>
        <p:spPr>
          <a:xfrm rot="-9367883" flipH="1">
            <a:off x="8397374" y="-505719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6" name="Google Shape;806;p55"/>
          <p:cNvSpPr/>
          <p:nvPr/>
        </p:nvSpPr>
        <p:spPr>
          <a:xfrm rot="-9944222">
            <a:off x="8510593" y="-447851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7" name="Google Shape;807;p55"/>
          <p:cNvSpPr/>
          <p:nvPr/>
        </p:nvSpPr>
        <p:spPr>
          <a:xfrm rot="5400000">
            <a:off x="10762241" y="1037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8" name="Google Shape;808;p55"/>
          <p:cNvSpPr/>
          <p:nvPr/>
        </p:nvSpPr>
        <p:spPr>
          <a:xfrm rot="5400000">
            <a:off x="8006592" y="6484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9" name="Google Shape;809;p55"/>
          <p:cNvSpPr/>
          <p:nvPr/>
        </p:nvSpPr>
        <p:spPr>
          <a:xfrm rot="-5400000">
            <a:off x="9886475" y="833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0" name="Google Shape;810;p55"/>
          <p:cNvSpPr/>
          <p:nvPr/>
        </p:nvSpPr>
        <p:spPr>
          <a:xfrm rot="5400000">
            <a:off x="7131641" y="56385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333459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6"/>
          <p:cNvSpPr txBox="1">
            <a:spLocks noGrp="1"/>
          </p:cNvSpPr>
          <p:nvPr>
            <p:ph type="title"/>
          </p:nvPr>
        </p:nvSpPr>
        <p:spPr>
          <a:xfrm>
            <a:off x="3591800" y="484367"/>
            <a:ext cx="500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13" name="Google Shape;813;p56"/>
          <p:cNvSpPr txBox="1">
            <a:spLocks noGrp="1"/>
          </p:cNvSpPr>
          <p:nvPr>
            <p:ph type="subTitle" idx="1"/>
          </p:nvPr>
        </p:nvSpPr>
        <p:spPr>
          <a:xfrm>
            <a:off x="6207803" y="1886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4" name="Google Shape;814;p56"/>
          <p:cNvSpPr txBox="1">
            <a:spLocks noGrp="1"/>
          </p:cNvSpPr>
          <p:nvPr>
            <p:ph type="subTitle" idx="2"/>
          </p:nvPr>
        </p:nvSpPr>
        <p:spPr>
          <a:xfrm>
            <a:off x="6611301" y="2413633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5" name="Google Shape;815;p56"/>
          <p:cNvSpPr txBox="1">
            <a:spLocks noGrp="1"/>
          </p:cNvSpPr>
          <p:nvPr>
            <p:ph type="subTitle" idx="3"/>
          </p:nvPr>
        </p:nvSpPr>
        <p:spPr>
          <a:xfrm>
            <a:off x="1923784" y="1886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6" name="Google Shape;816;p56"/>
          <p:cNvSpPr txBox="1">
            <a:spLocks noGrp="1"/>
          </p:cNvSpPr>
          <p:nvPr>
            <p:ph type="subTitle" idx="4"/>
          </p:nvPr>
        </p:nvSpPr>
        <p:spPr>
          <a:xfrm>
            <a:off x="2327584" y="2413633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7" name="Google Shape;817;p56"/>
          <p:cNvSpPr txBox="1">
            <a:spLocks noGrp="1"/>
          </p:cNvSpPr>
          <p:nvPr>
            <p:ph type="subTitle" idx="5"/>
          </p:nvPr>
        </p:nvSpPr>
        <p:spPr>
          <a:xfrm>
            <a:off x="6207749" y="4213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8" name="Google Shape;818;p56"/>
          <p:cNvSpPr txBox="1">
            <a:spLocks noGrp="1"/>
          </p:cNvSpPr>
          <p:nvPr>
            <p:ph type="subTitle" idx="6"/>
          </p:nvPr>
        </p:nvSpPr>
        <p:spPr>
          <a:xfrm>
            <a:off x="6611301" y="4740632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9" name="Google Shape;819;p56"/>
          <p:cNvSpPr txBox="1">
            <a:spLocks noGrp="1"/>
          </p:cNvSpPr>
          <p:nvPr>
            <p:ph type="subTitle" idx="7"/>
          </p:nvPr>
        </p:nvSpPr>
        <p:spPr>
          <a:xfrm>
            <a:off x="1923784" y="4213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0" name="Google Shape;820;p56"/>
          <p:cNvSpPr txBox="1">
            <a:spLocks noGrp="1"/>
          </p:cNvSpPr>
          <p:nvPr>
            <p:ph type="subTitle" idx="8"/>
          </p:nvPr>
        </p:nvSpPr>
        <p:spPr>
          <a:xfrm>
            <a:off x="2327584" y="4740632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1" name="Google Shape;821;p56"/>
          <p:cNvSpPr/>
          <p:nvPr/>
        </p:nvSpPr>
        <p:spPr>
          <a:xfrm rot="-5532439" flipH="1">
            <a:off x="-2726736" y="309623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2" name="Google Shape;822;p56"/>
          <p:cNvSpPr/>
          <p:nvPr/>
        </p:nvSpPr>
        <p:spPr>
          <a:xfrm rot="-5400000" flipH="1">
            <a:off x="-1110025" y="3768575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3" name="Google Shape;823;p56"/>
          <p:cNvSpPr/>
          <p:nvPr/>
        </p:nvSpPr>
        <p:spPr>
          <a:xfrm rot="5400000" flipH="1">
            <a:off x="-734683" y="4850699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4" name="Google Shape;824;p56"/>
          <p:cNvSpPr/>
          <p:nvPr/>
        </p:nvSpPr>
        <p:spPr>
          <a:xfrm rot="5400000" flipH="1">
            <a:off x="1467168" y="58772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5" name="Google Shape;825;p56"/>
          <p:cNvSpPr/>
          <p:nvPr/>
        </p:nvSpPr>
        <p:spPr>
          <a:xfrm rot="5400000" flipH="1">
            <a:off x="882601" y="487644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6" name="Google Shape;826;p56"/>
          <p:cNvSpPr/>
          <p:nvPr/>
        </p:nvSpPr>
        <p:spPr>
          <a:xfrm rot="5400000" flipH="1">
            <a:off x="420135" y="260084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7" name="Google Shape;827;p56"/>
          <p:cNvSpPr/>
          <p:nvPr/>
        </p:nvSpPr>
        <p:spPr>
          <a:xfrm rot="5400000" flipH="1">
            <a:off x="611001" y="3309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8" name="Google Shape;828;p56"/>
          <p:cNvSpPr/>
          <p:nvPr/>
        </p:nvSpPr>
        <p:spPr>
          <a:xfrm rot="5267561" flipH="1">
            <a:off x="8493765" y="2549425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9" name="Google Shape;829;p56"/>
          <p:cNvSpPr/>
          <p:nvPr/>
        </p:nvSpPr>
        <p:spPr>
          <a:xfrm rot="5400000" flipH="1">
            <a:off x="10110506" y="1629753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0" name="Google Shape;830;p56"/>
          <p:cNvSpPr/>
          <p:nvPr/>
        </p:nvSpPr>
        <p:spPr>
          <a:xfrm rot="-5400000" flipH="1">
            <a:off x="10130804" y="517380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1" name="Google Shape;831;p56"/>
          <p:cNvSpPr/>
          <p:nvPr/>
        </p:nvSpPr>
        <p:spPr>
          <a:xfrm rot="-5400000" flipH="1">
            <a:off x="10593617" y="6780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2" name="Google Shape;832;p56"/>
          <p:cNvSpPr/>
          <p:nvPr/>
        </p:nvSpPr>
        <p:spPr>
          <a:xfrm rot="-5400000" flipH="1">
            <a:off x="11178184" y="16788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3" name="Google Shape;833;p56"/>
          <p:cNvSpPr/>
          <p:nvPr/>
        </p:nvSpPr>
        <p:spPr>
          <a:xfrm rot="-5400000" flipH="1">
            <a:off x="11640651" y="39544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4" name="Google Shape;834;p56"/>
          <p:cNvSpPr/>
          <p:nvPr/>
        </p:nvSpPr>
        <p:spPr>
          <a:xfrm rot="-5400000" flipH="1">
            <a:off x="11362984" y="61379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9554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7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37" name="Google Shape;837;p57"/>
          <p:cNvSpPr txBox="1">
            <a:spLocks noGrp="1"/>
          </p:cNvSpPr>
          <p:nvPr>
            <p:ph type="title" idx="2"/>
          </p:nvPr>
        </p:nvSpPr>
        <p:spPr>
          <a:xfrm>
            <a:off x="794500" y="2419200"/>
            <a:ext cx="3390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38" name="Google Shape;838;p57"/>
          <p:cNvSpPr txBox="1">
            <a:spLocks noGrp="1"/>
          </p:cNvSpPr>
          <p:nvPr>
            <p:ph type="subTitle" idx="1"/>
          </p:nvPr>
        </p:nvSpPr>
        <p:spPr>
          <a:xfrm>
            <a:off x="1088100" y="3144571"/>
            <a:ext cx="30972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39" name="Google Shape;839;p57"/>
          <p:cNvSpPr txBox="1">
            <a:spLocks noGrp="1"/>
          </p:cNvSpPr>
          <p:nvPr>
            <p:ph type="title" idx="3"/>
          </p:nvPr>
        </p:nvSpPr>
        <p:spPr>
          <a:xfrm>
            <a:off x="7993133" y="2419200"/>
            <a:ext cx="3390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0" name="Google Shape;840;p57"/>
          <p:cNvSpPr txBox="1">
            <a:spLocks noGrp="1"/>
          </p:cNvSpPr>
          <p:nvPr>
            <p:ph type="subTitle" idx="4"/>
          </p:nvPr>
        </p:nvSpPr>
        <p:spPr>
          <a:xfrm>
            <a:off x="7993133" y="3144572"/>
            <a:ext cx="30972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41" name="Google Shape;841;p57"/>
          <p:cNvSpPr txBox="1">
            <a:spLocks noGrp="1"/>
          </p:cNvSpPr>
          <p:nvPr>
            <p:ph type="title" idx="5"/>
          </p:nvPr>
        </p:nvSpPr>
        <p:spPr>
          <a:xfrm>
            <a:off x="794500" y="4273733"/>
            <a:ext cx="3390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2" name="Google Shape;842;p57"/>
          <p:cNvSpPr txBox="1">
            <a:spLocks noGrp="1"/>
          </p:cNvSpPr>
          <p:nvPr>
            <p:ph type="subTitle" idx="6"/>
          </p:nvPr>
        </p:nvSpPr>
        <p:spPr>
          <a:xfrm>
            <a:off x="1088100" y="4999104"/>
            <a:ext cx="30972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43" name="Google Shape;843;p57"/>
          <p:cNvSpPr txBox="1">
            <a:spLocks noGrp="1"/>
          </p:cNvSpPr>
          <p:nvPr>
            <p:ph type="title" idx="7"/>
          </p:nvPr>
        </p:nvSpPr>
        <p:spPr>
          <a:xfrm>
            <a:off x="7993133" y="4273733"/>
            <a:ext cx="3390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4" name="Google Shape;844;p57"/>
          <p:cNvSpPr txBox="1">
            <a:spLocks noGrp="1"/>
          </p:cNvSpPr>
          <p:nvPr>
            <p:ph type="subTitle" idx="8"/>
          </p:nvPr>
        </p:nvSpPr>
        <p:spPr>
          <a:xfrm>
            <a:off x="7993133" y="4999103"/>
            <a:ext cx="30972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45" name="Google Shape;845;p57"/>
          <p:cNvSpPr/>
          <p:nvPr/>
        </p:nvSpPr>
        <p:spPr>
          <a:xfrm rot="10800000" flipH="1">
            <a:off x="50570" y="5832845"/>
            <a:ext cx="3340017" cy="1024987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6" name="Google Shape;846;p57"/>
          <p:cNvSpPr/>
          <p:nvPr/>
        </p:nvSpPr>
        <p:spPr>
          <a:xfrm flipH="1">
            <a:off x="8190315" y="1"/>
            <a:ext cx="3459660" cy="91268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7" name="Google Shape;847;p57"/>
          <p:cNvSpPr/>
          <p:nvPr/>
        </p:nvSpPr>
        <p:spPr>
          <a:xfrm>
            <a:off x="8843178" y="0"/>
            <a:ext cx="5039673" cy="1248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8" name="Google Shape;848;p57"/>
          <p:cNvSpPr/>
          <p:nvPr/>
        </p:nvSpPr>
        <p:spPr>
          <a:xfrm flipH="1">
            <a:off x="-7" y="5693134"/>
            <a:ext cx="2691040" cy="116507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9" name="Google Shape;849;p57"/>
          <p:cNvSpPr/>
          <p:nvPr/>
        </p:nvSpPr>
        <p:spPr>
          <a:xfrm>
            <a:off x="-1" y="5693048"/>
            <a:ext cx="2290565" cy="11647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0" name="Google Shape;850;p57"/>
          <p:cNvSpPr/>
          <p:nvPr/>
        </p:nvSpPr>
        <p:spPr>
          <a:xfrm flipH="1">
            <a:off x="9283203" y="0"/>
            <a:ext cx="3459768" cy="1096317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1" name="Google Shape;851;p57"/>
          <p:cNvSpPr/>
          <p:nvPr/>
        </p:nvSpPr>
        <p:spPr>
          <a:xfrm rot="5400000">
            <a:off x="11831908" y="13715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2" name="Google Shape;852;p57"/>
          <p:cNvSpPr/>
          <p:nvPr/>
        </p:nvSpPr>
        <p:spPr>
          <a:xfrm rot="5400000">
            <a:off x="1319392" y="62797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3" name="Google Shape;853;p57"/>
          <p:cNvSpPr/>
          <p:nvPr/>
        </p:nvSpPr>
        <p:spPr>
          <a:xfrm rot="-5400000">
            <a:off x="10911208" y="10731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4" name="Google Shape;854;p57"/>
          <p:cNvSpPr/>
          <p:nvPr/>
        </p:nvSpPr>
        <p:spPr>
          <a:xfrm rot="5400000">
            <a:off x="444441" y="54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275937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Title and three columns 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8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57" name="Google Shape;857;p58"/>
          <p:cNvSpPr txBox="1">
            <a:spLocks noGrp="1"/>
          </p:cNvSpPr>
          <p:nvPr>
            <p:ph type="subTitle" idx="1"/>
          </p:nvPr>
        </p:nvSpPr>
        <p:spPr>
          <a:xfrm>
            <a:off x="4438609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58" name="Google Shape;858;p58"/>
          <p:cNvSpPr txBox="1">
            <a:spLocks noGrp="1"/>
          </p:cNvSpPr>
          <p:nvPr>
            <p:ph type="subTitle" idx="2"/>
          </p:nvPr>
        </p:nvSpPr>
        <p:spPr>
          <a:xfrm>
            <a:off x="4643609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59" name="Google Shape;859;p58"/>
          <p:cNvSpPr txBox="1">
            <a:spLocks noGrp="1"/>
          </p:cNvSpPr>
          <p:nvPr>
            <p:ph type="subTitle" idx="3"/>
          </p:nvPr>
        </p:nvSpPr>
        <p:spPr>
          <a:xfrm>
            <a:off x="1055751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0" name="Google Shape;860;p58"/>
          <p:cNvSpPr txBox="1">
            <a:spLocks noGrp="1"/>
          </p:cNvSpPr>
          <p:nvPr>
            <p:ph type="subTitle" idx="4"/>
          </p:nvPr>
        </p:nvSpPr>
        <p:spPr>
          <a:xfrm>
            <a:off x="1260751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1" name="Google Shape;861;p58"/>
          <p:cNvSpPr txBox="1">
            <a:spLocks noGrp="1"/>
          </p:cNvSpPr>
          <p:nvPr>
            <p:ph type="subTitle" idx="5"/>
          </p:nvPr>
        </p:nvSpPr>
        <p:spPr>
          <a:xfrm>
            <a:off x="7821433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2" name="Google Shape;862;p58"/>
          <p:cNvSpPr txBox="1">
            <a:spLocks noGrp="1"/>
          </p:cNvSpPr>
          <p:nvPr>
            <p:ph type="subTitle" idx="6"/>
          </p:nvPr>
        </p:nvSpPr>
        <p:spPr>
          <a:xfrm>
            <a:off x="8026433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3" name="Google Shape;863;p58"/>
          <p:cNvSpPr/>
          <p:nvPr/>
        </p:nvSpPr>
        <p:spPr>
          <a:xfrm rot="10800000">
            <a:off x="3375055" y="5647098"/>
            <a:ext cx="7238608" cy="1346469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4" name="Google Shape;864;p58"/>
          <p:cNvSpPr/>
          <p:nvPr/>
        </p:nvSpPr>
        <p:spPr>
          <a:xfrm rot="5400000">
            <a:off x="4145232" y="3805446"/>
            <a:ext cx="1923040" cy="4751756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5" name="Google Shape;865;p58"/>
          <p:cNvSpPr/>
          <p:nvPr/>
        </p:nvSpPr>
        <p:spPr>
          <a:xfrm>
            <a:off x="4910600" y="5894167"/>
            <a:ext cx="2842800" cy="1645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6" name="Google Shape;866;p58"/>
          <p:cNvSpPr/>
          <p:nvPr/>
        </p:nvSpPr>
        <p:spPr>
          <a:xfrm rot="10800000" flipH="1">
            <a:off x="5291584" y="54290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7" name="Google Shape;867;p58"/>
          <p:cNvSpPr/>
          <p:nvPr/>
        </p:nvSpPr>
        <p:spPr>
          <a:xfrm rot="10800000" flipH="1">
            <a:off x="7895235" y="60722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8" name="Google Shape;868;p58"/>
          <p:cNvSpPr/>
          <p:nvPr/>
        </p:nvSpPr>
        <p:spPr>
          <a:xfrm rot="10800000" flipH="1">
            <a:off x="1689617" y="6028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9" name="Google Shape;869;p58"/>
          <p:cNvSpPr/>
          <p:nvPr/>
        </p:nvSpPr>
        <p:spPr>
          <a:xfrm rot="10800000" flipH="1">
            <a:off x="10800035" y="63372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0" name="Google Shape;870;p58"/>
          <p:cNvSpPr/>
          <p:nvPr/>
        </p:nvSpPr>
        <p:spPr>
          <a:xfrm rot="10800000" flipH="1">
            <a:off x="8674417" y="64687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1" name="Google Shape;871;p58"/>
          <p:cNvSpPr/>
          <p:nvPr/>
        </p:nvSpPr>
        <p:spPr>
          <a:xfrm rot="10800000" flipH="1">
            <a:off x="2647568" y="54723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140096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9"/>
          <p:cNvSpPr/>
          <p:nvPr/>
        </p:nvSpPr>
        <p:spPr>
          <a:xfrm rot="-5911893" flipH="1">
            <a:off x="-477699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4" name="Google Shape;874;p59"/>
          <p:cNvSpPr/>
          <p:nvPr/>
        </p:nvSpPr>
        <p:spPr>
          <a:xfrm rot="-515846" flipH="1">
            <a:off x="-23533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5" name="Google Shape;875;p59"/>
          <p:cNvSpPr/>
          <p:nvPr/>
        </p:nvSpPr>
        <p:spPr>
          <a:xfrm flipH="1">
            <a:off x="-23840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6" name="Google Shape;876;p59"/>
          <p:cNvSpPr txBox="1">
            <a:spLocks noGrp="1"/>
          </p:cNvSpPr>
          <p:nvPr>
            <p:ph type="title"/>
          </p:nvPr>
        </p:nvSpPr>
        <p:spPr>
          <a:xfrm flipH="1">
            <a:off x="1857741" y="2700367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77" name="Google Shape;877;p59"/>
          <p:cNvSpPr txBox="1">
            <a:spLocks noGrp="1"/>
          </p:cNvSpPr>
          <p:nvPr>
            <p:ph type="subTitle" idx="1"/>
          </p:nvPr>
        </p:nvSpPr>
        <p:spPr>
          <a:xfrm flipH="1">
            <a:off x="1857741" y="3123264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78" name="Google Shape;878;p59"/>
          <p:cNvSpPr txBox="1">
            <a:spLocks noGrp="1"/>
          </p:cNvSpPr>
          <p:nvPr>
            <p:ph type="title" idx="2"/>
          </p:nvPr>
        </p:nvSpPr>
        <p:spPr>
          <a:xfrm flipH="1">
            <a:off x="4747816" y="46392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79" name="Google Shape;879;p59"/>
          <p:cNvSpPr txBox="1">
            <a:spLocks noGrp="1"/>
          </p:cNvSpPr>
          <p:nvPr>
            <p:ph type="subTitle" idx="3"/>
          </p:nvPr>
        </p:nvSpPr>
        <p:spPr>
          <a:xfrm flipH="1">
            <a:off x="4747816" y="50620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80" name="Google Shape;880;p59"/>
          <p:cNvSpPr txBox="1">
            <a:spLocks noGrp="1"/>
          </p:cNvSpPr>
          <p:nvPr>
            <p:ph type="title" idx="4"/>
          </p:nvPr>
        </p:nvSpPr>
        <p:spPr>
          <a:xfrm flipH="1">
            <a:off x="7637859" y="2700351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81" name="Google Shape;881;p59"/>
          <p:cNvSpPr txBox="1">
            <a:spLocks noGrp="1"/>
          </p:cNvSpPr>
          <p:nvPr>
            <p:ph type="subTitle" idx="5"/>
          </p:nvPr>
        </p:nvSpPr>
        <p:spPr>
          <a:xfrm flipH="1">
            <a:off x="7637859" y="312324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82" name="Google Shape;882;p59"/>
          <p:cNvSpPr/>
          <p:nvPr/>
        </p:nvSpPr>
        <p:spPr>
          <a:xfrm rot="4888107" flipH="1">
            <a:off x="1516172" y="5517983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3" name="Google Shape;883;p59"/>
          <p:cNvSpPr/>
          <p:nvPr/>
        </p:nvSpPr>
        <p:spPr>
          <a:xfrm rot="-9922098" flipH="1">
            <a:off x="-1619824" y="5796630"/>
            <a:ext cx="6478160" cy="131300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4" name="Google Shape;884;p59"/>
          <p:cNvSpPr/>
          <p:nvPr/>
        </p:nvSpPr>
        <p:spPr>
          <a:xfrm rot="-10346708" flipH="1">
            <a:off x="-1003189" y="5971483"/>
            <a:ext cx="6540965" cy="141340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5" name="Google Shape;885;p59"/>
          <p:cNvSpPr txBox="1">
            <a:spLocks noGrp="1"/>
          </p:cNvSpPr>
          <p:nvPr>
            <p:ph type="title" idx="6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86" name="Google Shape;886;p59"/>
          <p:cNvSpPr/>
          <p:nvPr/>
        </p:nvSpPr>
        <p:spPr>
          <a:xfrm rot="5400000">
            <a:off x="1595975" y="1125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7" name="Google Shape;887;p59"/>
          <p:cNvSpPr/>
          <p:nvPr/>
        </p:nvSpPr>
        <p:spPr>
          <a:xfrm rot="5400000">
            <a:off x="1594959" y="5956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8" name="Google Shape;888;p59"/>
          <p:cNvSpPr/>
          <p:nvPr/>
        </p:nvSpPr>
        <p:spPr>
          <a:xfrm rot="-5400000">
            <a:off x="720208" y="921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9" name="Google Shape;889;p59"/>
          <p:cNvSpPr/>
          <p:nvPr/>
        </p:nvSpPr>
        <p:spPr>
          <a:xfrm rot="5400000">
            <a:off x="720008" y="5109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536945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0"/>
          <p:cNvSpPr txBox="1">
            <a:spLocks noGrp="1"/>
          </p:cNvSpPr>
          <p:nvPr>
            <p:ph type="title"/>
          </p:nvPr>
        </p:nvSpPr>
        <p:spPr>
          <a:xfrm>
            <a:off x="3429000" y="484367"/>
            <a:ext cx="533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92" name="Google Shape;892;p60"/>
          <p:cNvSpPr txBox="1">
            <a:spLocks noGrp="1"/>
          </p:cNvSpPr>
          <p:nvPr>
            <p:ph type="subTitle" idx="1"/>
          </p:nvPr>
        </p:nvSpPr>
        <p:spPr>
          <a:xfrm>
            <a:off x="6508808" y="4754800"/>
            <a:ext cx="2940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93" name="Google Shape;893;p60"/>
          <p:cNvSpPr txBox="1">
            <a:spLocks noGrp="1"/>
          </p:cNvSpPr>
          <p:nvPr>
            <p:ph type="subTitle" idx="2"/>
          </p:nvPr>
        </p:nvSpPr>
        <p:spPr>
          <a:xfrm>
            <a:off x="6320408" y="5148200"/>
            <a:ext cx="3317600" cy="8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94" name="Google Shape;894;p60"/>
          <p:cNvSpPr txBox="1">
            <a:spLocks noGrp="1"/>
          </p:cNvSpPr>
          <p:nvPr>
            <p:ph type="subTitle" idx="3"/>
          </p:nvPr>
        </p:nvSpPr>
        <p:spPr>
          <a:xfrm>
            <a:off x="2685792" y="4754800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95" name="Google Shape;895;p60"/>
          <p:cNvSpPr txBox="1">
            <a:spLocks noGrp="1"/>
          </p:cNvSpPr>
          <p:nvPr>
            <p:ph type="subTitle" idx="4"/>
          </p:nvPr>
        </p:nvSpPr>
        <p:spPr>
          <a:xfrm>
            <a:off x="2553992" y="5148200"/>
            <a:ext cx="2940800" cy="8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96" name="Google Shape;896;p60"/>
          <p:cNvSpPr/>
          <p:nvPr/>
        </p:nvSpPr>
        <p:spPr>
          <a:xfrm rot="-5400000">
            <a:off x="-916396" y="795506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7" name="Google Shape;897;p60"/>
          <p:cNvSpPr/>
          <p:nvPr/>
        </p:nvSpPr>
        <p:spPr>
          <a:xfrm rot="-5400000">
            <a:off x="-1709133" y="1512887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8" name="Google Shape;898;p60"/>
          <p:cNvSpPr/>
          <p:nvPr/>
        </p:nvSpPr>
        <p:spPr>
          <a:xfrm rot="5400000">
            <a:off x="622641" y="1594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9" name="Google Shape;899;p60"/>
          <p:cNvSpPr/>
          <p:nvPr/>
        </p:nvSpPr>
        <p:spPr>
          <a:xfrm rot="5400000">
            <a:off x="-659844" y="278259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0" name="Google Shape;900;p60"/>
          <p:cNvSpPr/>
          <p:nvPr/>
        </p:nvSpPr>
        <p:spPr>
          <a:xfrm rot="5400000">
            <a:off x="1238492" y="13322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1" name="Google Shape;901;p60"/>
          <p:cNvSpPr/>
          <p:nvPr/>
        </p:nvSpPr>
        <p:spPr>
          <a:xfrm rot="-5400000">
            <a:off x="359008" y="37896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2" name="Google Shape;902;p60"/>
          <p:cNvSpPr/>
          <p:nvPr/>
        </p:nvSpPr>
        <p:spPr>
          <a:xfrm rot="5400000">
            <a:off x="9450063" y="4348942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3" name="Google Shape;903;p60"/>
          <p:cNvSpPr/>
          <p:nvPr/>
        </p:nvSpPr>
        <p:spPr>
          <a:xfrm rot="5400000">
            <a:off x="10176170" y="4226817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4" name="Google Shape;904;p60"/>
          <p:cNvSpPr/>
          <p:nvPr/>
        </p:nvSpPr>
        <p:spPr>
          <a:xfrm rot="-5400000">
            <a:off x="11440592" y="49295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5" name="Google Shape;905;p60"/>
          <p:cNvSpPr/>
          <p:nvPr/>
        </p:nvSpPr>
        <p:spPr>
          <a:xfrm rot="-5400000">
            <a:off x="10286931" y="5058245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6" name="Google Shape;906;p60"/>
          <p:cNvSpPr/>
          <p:nvPr/>
        </p:nvSpPr>
        <p:spPr>
          <a:xfrm rot="-5400000">
            <a:off x="10911541" y="52779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7" name="Google Shape;907;p60"/>
          <p:cNvSpPr/>
          <p:nvPr/>
        </p:nvSpPr>
        <p:spPr>
          <a:xfrm rot="5400000">
            <a:off x="11791025" y="28205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8" name="Google Shape;908;p60"/>
          <p:cNvSpPr/>
          <p:nvPr/>
        </p:nvSpPr>
        <p:spPr>
          <a:xfrm rot="-5400000">
            <a:off x="10054859" y="6241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9" name="Google Shape;909;p60"/>
          <p:cNvSpPr/>
          <p:nvPr/>
        </p:nvSpPr>
        <p:spPr>
          <a:xfrm rot="5400000">
            <a:off x="2008375" y="2826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99277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1"/>
          <p:cNvSpPr txBox="1">
            <a:spLocks noGrp="1"/>
          </p:cNvSpPr>
          <p:nvPr>
            <p:ph type="title"/>
          </p:nvPr>
        </p:nvSpPr>
        <p:spPr>
          <a:xfrm>
            <a:off x="3163333" y="1014233"/>
            <a:ext cx="5865200" cy="12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12" name="Google Shape;912;p61"/>
          <p:cNvSpPr txBox="1">
            <a:spLocks noGrp="1"/>
          </p:cNvSpPr>
          <p:nvPr>
            <p:ph type="subTitle" idx="1"/>
          </p:nvPr>
        </p:nvSpPr>
        <p:spPr>
          <a:xfrm>
            <a:off x="3170148" y="2257900"/>
            <a:ext cx="5865200" cy="14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13" name="Google Shape;913;p61"/>
          <p:cNvSpPr txBox="1">
            <a:spLocks noGrp="1"/>
          </p:cNvSpPr>
          <p:nvPr>
            <p:ph type="subTitle" idx="2"/>
          </p:nvPr>
        </p:nvSpPr>
        <p:spPr>
          <a:xfrm>
            <a:off x="3569187" y="5270267"/>
            <a:ext cx="5053600" cy="3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67">
                <a:solidFill>
                  <a:schemeClr val="dk1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14" name="Google Shape;914;p61"/>
          <p:cNvSpPr txBox="1"/>
          <p:nvPr/>
        </p:nvSpPr>
        <p:spPr>
          <a:xfrm>
            <a:off x="3899187" y="4361051"/>
            <a:ext cx="4393600" cy="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</a:t>
            </a:r>
            <a:r>
              <a:rPr lang="en" sz="14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This presentation template was created by</a:t>
            </a:r>
            <a:r>
              <a:rPr lang="en" sz="1467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icons, infographics &amp; images by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467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5" name="Google Shape;915;p61"/>
          <p:cNvSpPr/>
          <p:nvPr/>
        </p:nvSpPr>
        <p:spPr>
          <a:xfrm rot="-5538951">
            <a:off x="-3432716" y="1373291"/>
            <a:ext cx="8510679" cy="1768005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p61"/>
          <p:cNvSpPr/>
          <p:nvPr/>
        </p:nvSpPr>
        <p:spPr>
          <a:xfrm rot="5400000" flipH="1">
            <a:off x="-1421008" y="3655685"/>
            <a:ext cx="4797367" cy="2049775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7" name="Google Shape;917;p61"/>
          <p:cNvSpPr/>
          <p:nvPr/>
        </p:nvSpPr>
        <p:spPr>
          <a:xfrm rot="5400000" flipH="1">
            <a:off x="-836683" y="5184206"/>
            <a:ext cx="2698400" cy="1428633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8" name="Google Shape;918;p61"/>
          <p:cNvSpPr/>
          <p:nvPr/>
        </p:nvSpPr>
        <p:spPr>
          <a:xfrm>
            <a:off x="1029067" y="36766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9" name="Google Shape;919;p61"/>
          <p:cNvSpPr/>
          <p:nvPr/>
        </p:nvSpPr>
        <p:spPr>
          <a:xfrm>
            <a:off x="2071067" y="46034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0" name="Google Shape;920;p61"/>
          <p:cNvSpPr/>
          <p:nvPr/>
        </p:nvSpPr>
        <p:spPr>
          <a:xfrm>
            <a:off x="1072467" y="1401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1" name="Google Shape;921;p61"/>
          <p:cNvSpPr/>
          <p:nvPr/>
        </p:nvSpPr>
        <p:spPr>
          <a:xfrm>
            <a:off x="1559533" y="47350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2" name="Google Shape;922;p61"/>
          <p:cNvSpPr/>
          <p:nvPr/>
        </p:nvSpPr>
        <p:spPr>
          <a:xfrm>
            <a:off x="501984" y="955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23" name="Google Shape;923;p61"/>
          <p:cNvGrpSpPr/>
          <p:nvPr/>
        </p:nvGrpSpPr>
        <p:grpSpPr>
          <a:xfrm rot="10800000">
            <a:off x="10261125" y="-297584"/>
            <a:ext cx="2235171" cy="9278023"/>
            <a:chOff x="-174456" y="-1522725"/>
            <a:chExt cx="1676378" cy="6958517"/>
          </a:xfrm>
        </p:grpSpPr>
        <p:sp>
          <p:nvSpPr>
            <p:cNvPr id="924" name="Google Shape;924;p61"/>
            <p:cNvSpPr/>
            <p:nvPr/>
          </p:nvSpPr>
          <p:spPr>
            <a:xfrm rot="-5538951">
              <a:off x="-2574537" y="1029968"/>
              <a:ext cx="6383009" cy="1326004"/>
            </a:xfrm>
            <a:custGeom>
              <a:avLst/>
              <a:gdLst/>
              <a:ahLst/>
              <a:cxnLst/>
              <a:rect l="l" t="t" r="r" b="b"/>
              <a:pathLst>
                <a:path w="79484" h="14785" extrusionOk="0">
                  <a:moveTo>
                    <a:pt x="64823" y="0"/>
                  </a:moveTo>
                  <a:cubicBezTo>
                    <a:pt x="56730" y="0"/>
                    <a:pt x="48629" y="357"/>
                    <a:pt x="40537" y="566"/>
                  </a:cubicBezTo>
                  <a:cubicBezTo>
                    <a:pt x="32882" y="767"/>
                    <a:pt x="25204" y="856"/>
                    <a:pt x="17548" y="856"/>
                  </a:cubicBezTo>
                  <a:lnTo>
                    <a:pt x="6188" y="856"/>
                  </a:lnTo>
                  <a:cubicBezTo>
                    <a:pt x="5806" y="856"/>
                    <a:pt x="5327" y="841"/>
                    <a:pt x="4808" y="841"/>
                  </a:cubicBezTo>
                  <a:cubicBezTo>
                    <a:pt x="2720" y="841"/>
                    <a:pt x="0" y="1085"/>
                    <a:pt x="519" y="3534"/>
                  </a:cubicBezTo>
                  <a:cubicBezTo>
                    <a:pt x="1166" y="6614"/>
                    <a:pt x="4269" y="9560"/>
                    <a:pt x="6746" y="11190"/>
                  </a:cubicBezTo>
                  <a:cubicBezTo>
                    <a:pt x="10540" y="13712"/>
                    <a:pt x="15160" y="14738"/>
                    <a:pt x="19713" y="14783"/>
                  </a:cubicBezTo>
                  <a:cubicBezTo>
                    <a:pt x="19807" y="14784"/>
                    <a:pt x="19901" y="14784"/>
                    <a:pt x="19995" y="14784"/>
                  </a:cubicBezTo>
                  <a:cubicBezTo>
                    <a:pt x="22334" y="14784"/>
                    <a:pt x="24671" y="14518"/>
                    <a:pt x="26967" y="14024"/>
                  </a:cubicBezTo>
                  <a:cubicBezTo>
                    <a:pt x="29891" y="13377"/>
                    <a:pt x="32703" y="12350"/>
                    <a:pt x="35515" y="11324"/>
                  </a:cubicBezTo>
                  <a:cubicBezTo>
                    <a:pt x="42724" y="8712"/>
                    <a:pt x="50045" y="6235"/>
                    <a:pt x="57633" y="5141"/>
                  </a:cubicBezTo>
                  <a:cubicBezTo>
                    <a:pt x="61727" y="4546"/>
                    <a:pt x="65864" y="4360"/>
                    <a:pt x="70011" y="4360"/>
                  </a:cubicBezTo>
                  <a:cubicBezTo>
                    <a:pt x="73167" y="4360"/>
                    <a:pt x="76330" y="4468"/>
                    <a:pt x="79484" y="4583"/>
                  </a:cubicBezTo>
                  <a:cubicBezTo>
                    <a:pt x="79461" y="3222"/>
                    <a:pt x="79439" y="1860"/>
                    <a:pt x="79439" y="499"/>
                  </a:cubicBezTo>
                  <a:cubicBezTo>
                    <a:pt x="74572" y="130"/>
                    <a:pt x="69699" y="0"/>
                    <a:pt x="6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5" name="Google Shape;925;p61"/>
            <p:cNvSpPr/>
            <p:nvPr/>
          </p:nvSpPr>
          <p:spPr>
            <a:xfrm rot="5400000" flipH="1">
              <a:off x="-1065756" y="2741763"/>
              <a:ext cx="3598025" cy="1537331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6" name="Google Shape;926;p61"/>
            <p:cNvSpPr/>
            <p:nvPr/>
          </p:nvSpPr>
          <p:spPr>
            <a:xfrm rot="5400000" flipH="1">
              <a:off x="-627512" y="3888154"/>
              <a:ext cx="2023800" cy="1071475"/>
            </a:xfrm>
            <a:custGeom>
              <a:avLst/>
              <a:gdLst/>
              <a:ahLst/>
              <a:cxnLst/>
              <a:rect l="l" t="t" r="r" b="b"/>
              <a:pathLst>
                <a:path w="80952" h="42859" extrusionOk="0">
                  <a:moveTo>
                    <a:pt x="7027" y="1"/>
                  </a:moveTo>
                  <a:cubicBezTo>
                    <a:pt x="6872" y="1"/>
                    <a:pt x="6717" y="3"/>
                    <a:pt x="6562" y="7"/>
                  </a:cubicBezTo>
                  <a:cubicBezTo>
                    <a:pt x="4866" y="30"/>
                    <a:pt x="3192" y="387"/>
                    <a:pt x="1629" y="1056"/>
                  </a:cubicBezTo>
                  <a:cubicBezTo>
                    <a:pt x="0" y="1793"/>
                    <a:pt x="89" y="2418"/>
                    <a:pt x="335" y="4114"/>
                  </a:cubicBezTo>
                  <a:cubicBezTo>
                    <a:pt x="982" y="8332"/>
                    <a:pt x="1652" y="12528"/>
                    <a:pt x="2321" y="16724"/>
                  </a:cubicBezTo>
                  <a:lnTo>
                    <a:pt x="4241" y="29022"/>
                  </a:lnTo>
                  <a:cubicBezTo>
                    <a:pt x="4866" y="32972"/>
                    <a:pt x="6160" y="37347"/>
                    <a:pt x="6160" y="41342"/>
                  </a:cubicBezTo>
                  <a:cubicBezTo>
                    <a:pt x="6227" y="41676"/>
                    <a:pt x="6294" y="42056"/>
                    <a:pt x="6562" y="42257"/>
                  </a:cubicBezTo>
                  <a:cubicBezTo>
                    <a:pt x="6776" y="42374"/>
                    <a:pt x="7008" y="42440"/>
                    <a:pt x="7256" y="42440"/>
                  </a:cubicBezTo>
                  <a:cubicBezTo>
                    <a:pt x="7292" y="42440"/>
                    <a:pt x="7328" y="42438"/>
                    <a:pt x="7365" y="42435"/>
                  </a:cubicBezTo>
                  <a:cubicBezTo>
                    <a:pt x="18275" y="42693"/>
                    <a:pt x="29189" y="42859"/>
                    <a:pt x="40102" y="42859"/>
                  </a:cubicBezTo>
                  <a:cubicBezTo>
                    <a:pt x="53724" y="42859"/>
                    <a:pt x="67345" y="42601"/>
                    <a:pt x="80951" y="41944"/>
                  </a:cubicBezTo>
                  <a:cubicBezTo>
                    <a:pt x="71220" y="38596"/>
                    <a:pt x="61154" y="36409"/>
                    <a:pt x="50910" y="35450"/>
                  </a:cubicBezTo>
                  <a:cubicBezTo>
                    <a:pt x="46357" y="35003"/>
                    <a:pt x="41513" y="34735"/>
                    <a:pt x="37741" y="32124"/>
                  </a:cubicBezTo>
                  <a:cubicBezTo>
                    <a:pt x="33880" y="29423"/>
                    <a:pt x="31939" y="24781"/>
                    <a:pt x="30443" y="20317"/>
                  </a:cubicBezTo>
                  <a:cubicBezTo>
                    <a:pt x="28948" y="15854"/>
                    <a:pt x="27609" y="11144"/>
                    <a:pt x="24439" y="7663"/>
                  </a:cubicBezTo>
                  <a:cubicBezTo>
                    <a:pt x="22676" y="5743"/>
                    <a:pt x="20422" y="4315"/>
                    <a:pt x="18123" y="3087"/>
                  </a:cubicBezTo>
                  <a:cubicBezTo>
                    <a:pt x="14732" y="1327"/>
                    <a:pt x="10908" y="1"/>
                    <a:pt x="7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27" name="Google Shape;927;p61"/>
          <p:cNvSpPr/>
          <p:nvPr/>
        </p:nvSpPr>
        <p:spPr>
          <a:xfrm rot="10800000" flipH="1">
            <a:off x="10642200" y="38139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8" name="Google Shape;928;p61"/>
          <p:cNvSpPr/>
          <p:nvPr/>
        </p:nvSpPr>
        <p:spPr>
          <a:xfrm rot="10800000" flipH="1">
            <a:off x="11109400" y="2633533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9" name="Google Shape;929;p61"/>
          <p:cNvSpPr/>
          <p:nvPr/>
        </p:nvSpPr>
        <p:spPr>
          <a:xfrm rot="10800000" flipH="1">
            <a:off x="10576600" y="5716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0" name="Google Shape;930;p61"/>
          <p:cNvSpPr/>
          <p:nvPr/>
        </p:nvSpPr>
        <p:spPr>
          <a:xfrm rot="10800000" flipH="1">
            <a:off x="10261133" y="23037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1" name="Google Shape;931;p61"/>
          <p:cNvSpPr/>
          <p:nvPr/>
        </p:nvSpPr>
        <p:spPr>
          <a:xfrm rot="10800000" flipH="1">
            <a:off x="11065984" y="59893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247529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2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34" name="Google Shape;934;p62"/>
          <p:cNvSpPr txBox="1">
            <a:spLocks noGrp="1"/>
          </p:cNvSpPr>
          <p:nvPr>
            <p:ph type="subTitle" idx="1"/>
          </p:nvPr>
        </p:nvSpPr>
        <p:spPr>
          <a:xfrm>
            <a:off x="2820767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35" name="Google Shape;935;p62"/>
          <p:cNvSpPr txBox="1">
            <a:spLocks noGrp="1"/>
          </p:cNvSpPr>
          <p:nvPr>
            <p:ph type="subTitle" idx="2"/>
          </p:nvPr>
        </p:nvSpPr>
        <p:spPr>
          <a:xfrm>
            <a:off x="2688467" y="2860533"/>
            <a:ext cx="6815200" cy="2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36" name="Google Shape;936;p62"/>
          <p:cNvSpPr/>
          <p:nvPr/>
        </p:nvSpPr>
        <p:spPr>
          <a:xfrm flipH="1">
            <a:off x="-23805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7" name="Google Shape;937;p62"/>
          <p:cNvSpPr/>
          <p:nvPr/>
        </p:nvSpPr>
        <p:spPr>
          <a:xfrm rot="10800000" flipH="1">
            <a:off x="-371096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8" name="Google Shape;938;p62"/>
          <p:cNvSpPr/>
          <p:nvPr/>
        </p:nvSpPr>
        <p:spPr>
          <a:xfrm rot="-10484947">
            <a:off x="-979919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39" name="Google Shape;939;p62"/>
          <p:cNvSpPr/>
          <p:nvPr/>
        </p:nvSpPr>
        <p:spPr>
          <a:xfrm rot="10800000" flipH="1">
            <a:off x="22963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0" name="Google Shape;940;p62"/>
          <p:cNvSpPr/>
          <p:nvPr/>
        </p:nvSpPr>
        <p:spPr>
          <a:xfrm rot="10800000" flipH="1">
            <a:off x="1109768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1" name="Google Shape;941;p62"/>
          <p:cNvSpPr/>
          <p:nvPr/>
        </p:nvSpPr>
        <p:spPr>
          <a:xfrm rot="10800000" flipH="1">
            <a:off x="82068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2467756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3"/>
          <p:cNvSpPr txBox="1">
            <a:spLocks noGrp="1"/>
          </p:cNvSpPr>
          <p:nvPr>
            <p:ph type="title"/>
          </p:nvPr>
        </p:nvSpPr>
        <p:spPr>
          <a:xfrm>
            <a:off x="4141267" y="484367"/>
            <a:ext cx="39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44" name="Google Shape;944;p63"/>
          <p:cNvSpPr txBox="1">
            <a:spLocks noGrp="1"/>
          </p:cNvSpPr>
          <p:nvPr>
            <p:ph type="subTitle" idx="1"/>
          </p:nvPr>
        </p:nvSpPr>
        <p:spPr>
          <a:xfrm>
            <a:off x="1013700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5" name="Google Shape;945;p63"/>
          <p:cNvSpPr txBox="1">
            <a:spLocks noGrp="1"/>
          </p:cNvSpPr>
          <p:nvPr>
            <p:ph type="subTitle" idx="2"/>
          </p:nvPr>
        </p:nvSpPr>
        <p:spPr>
          <a:xfrm>
            <a:off x="720000" y="2860533"/>
            <a:ext cx="5112000" cy="3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6" name="Google Shape;946;p63"/>
          <p:cNvSpPr txBox="1">
            <a:spLocks noGrp="1"/>
          </p:cNvSpPr>
          <p:nvPr>
            <p:ph type="subTitle" idx="3"/>
          </p:nvPr>
        </p:nvSpPr>
        <p:spPr>
          <a:xfrm>
            <a:off x="6085600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7" name="Google Shape;947;p63"/>
          <p:cNvSpPr txBox="1">
            <a:spLocks noGrp="1"/>
          </p:cNvSpPr>
          <p:nvPr>
            <p:ph type="subTitle" idx="4"/>
          </p:nvPr>
        </p:nvSpPr>
        <p:spPr>
          <a:xfrm>
            <a:off x="5920800" y="2860533"/>
            <a:ext cx="5112000" cy="3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8" name="Google Shape;948;p63"/>
          <p:cNvSpPr/>
          <p:nvPr/>
        </p:nvSpPr>
        <p:spPr>
          <a:xfrm>
            <a:off x="810943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9" name="Google Shape;949;p63"/>
          <p:cNvSpPr/>
          <p:nvPr/>
        </p:nvSpPr>
        <p:spPr>
          <a:xfrm rot="10800000">
            <a:off x="9287568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0" name="Google Shape;950;p63"/>
          <p:cNvSpPr/>
          <p:nvPr/>
        </p:nvSpPr>
        <p:spPr>
          <a:xfrm rot="10484947" flipH="1">
            <a:off x="10665847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1" name="Google Shape;951;p63"/>
          <p:cNvSpPr/>
          <p:nvPr/>
        </p:nvSpPr>
        <p:spPr>
          <a:xfrm rot="10800000">
            <a:off x="96295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2" name="Google Shape;952;p63"/>
          <p:cNvSpPr/>
          <p:nvPr/>
        </p:nvSpPr>
        <p:spPr>
          <a:xfrm rot="10800000">
            <a:off x="10902867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3" name="Google Shape;953;p63"/>
          <p:cNvSpPr/>
          <p:nvPr/>
        </p:nvSpPr>
        <p:spPr>
          <a:xfrm rot="10800000">
            <a:off x="11930567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361566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4"/>
          <p:cNvSpPr/>
          <p:nvPr/>
        </p:nvSpPr>
        <p:spPr>
          <a:xfrm rot="10800000">
            <a:off x="3001742" y="-170"/>
            <a:ext cx="5950497" cy="1413233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6" name="Google Shape;956;p64"/>
          <p:cNvSpPr/>
          <p:nvPr/>
        </p:nvSpPr>
        <p:spPr>
          <a:xfrm rot="10799504" flipH="1">
            <a:off x="-9000" y="708"/>
            <a:ext cx="12205687" cy="10830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7" name="Google Shape;957;p64"/>
          <p:cNvSpPr/>
          <p:nvPr/>
        </p:nvSpPr>
        <p:spPr>
          <a:xfrm rot="-10799504">
            <a:off x="315" y="647"/>
            <a:ext cx="12205687" cy="11542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8" name="Google Shape;958;p64"/>
          <p:cNvSpPr/>
          <p:nvPr/>
        </p:nvSpPr>
        <p:spPr>
          <a:xfrm rot="-4555973" flipH="1">
            <a:off x="6545105" y="3542683"/>
            <a:ext cx="1942768" cy="6076588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9" name="Google Shape;959;p64"/>
          <p:cNvSpPr/>
          <p:nvPr/>
        </p:nvSpPr>
        <p:spPr>
          <a:xfrm rot="10800000" flipH="1">
            <a:off x="2" y="5924099"/>
            <a:ext cx="12205685" cy="1115660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0" name="Google Shape;960;p64"/>
          <p:cNvSpPr/>
          <p:nvPr/>
        </p:nvSpPr>
        <p:spPr>
          <a:xfrm rot="10800000" flipH="1">
            <a:off x="-9000" y="5822258"/>
            <a:ext cx="12215013" cy="122344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1" name="Google Shape;961;p64"/>
          <p:cNvSpPr/>
          <p:nvPr/>
        </p:nvSpPr>
        <p:spPr>
          <a:xfrm rot="5400000">
            <a:off x="10969041" y="5671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2" name="Google Shape;962;p64"/>
          <p:cNvSpPr/>
          <p:nvPr/>
        </p:nvSpPr>
        <p:spPr>
          <a:xfrm rot="5400000">
            <a:off x="3701292" y="5834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3" name="Google Shape;963;p64"/>
          <p:cNvSpPr/>
          <p:nvPr/>
        </p:nvSpPr>
        <p:spPr>
          <a:xfrm rot="-5400000">
            <a:off x="8709075" y="5539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4" name="Google Shape;964;p64"/>
          <p:cNvSpPr/>
          <p:nvPr/>
        </p:nvSpPr>
        <p:spPr>
          <a:xfrm rot="5400000">
            <a:off x="561308" y="521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5" name="Google Shape;965;p64"/>
          <p:cNvSpPr/>
          <p:nvPr/>
        </p:nvSpPr>
        <p:spPr>
          <a:xfrm rot="5400000">
            <a:off x="9644275" y="1088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6" name="Google Shape;966;p64"/>
          <p:cNvSpPr/>
          <p:nvPr/>
        </p:nvSpPr>
        <p:spPr>
          <a:xfrm rot="5400000">
            <a:off x="7841359" y="9553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7" name="Google Shape;967;p64"/>
          <p:cNvSpPr/>
          <p:nvPr/>
        </p:nvSpPr>
        <p:spPr>
          <a:xfrm rot="5400000">
            <a:off x="3362108" y="885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852018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5"/>
          <p:cNvSpPr/>
          <p:nvPr/>
        </p:nvSpPr>
        <p:spPr>
          <a:xfrm rot="10800000" flipH="1">
            <a:off x="1608049" y="5881165"/>
            <a:ext cx="5249311" cy="977032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0" name="Google Shape;970;p65"/>
          <p:cNvSpPr/>
          <p:nvPr/>
        </p:nvSpPr>
        <p:spPr>
          <a:xfrm flipH="1">
            <a:off x="5252850" y="132"/>
            <a:ext cx="6835569" cy="1727905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1" name="Google Shape;971;p65"/>
          <p:cNvSpPr/>
          <p:nvPr/>
        </p:nvSpPr>
        <p:spPr>
          <a:xfrm rot="10800000">
            <a:off x="-1832684" y="5522235"/>
            <a:ext cx="7646707" cy="1335963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2" name="Google Shape;972;p65"/>
          <p:cNvSpPr/>
          <p:nvPr/>
        </p:nvSpPr>
        <p:spPr>
          <a:xfrm rot="10800000" flipH="1">
            <a:off x="6684612" y="273"/>
            <a:ext cx="5507776" cy="196378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3" name="Google Shape;973;p65"/>
          <p:cNvSpPr/>
          <p:nvPr/>
        </p:nvSpPr>
        <p:spPr>
          <a:xfrm rot="10800000">
            <a:off x="7505048" y="653"/>
            <a:ext cx="4686864" cy="196354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4" name="Google Shape;974;p65"/>
          <p:cNvSpPr/>
          <p:nvPr/>
        </p:nvSpPr>
        <p:spPr>
          <a:xfrm rot="10800000" flipH="1">
            <a:off x="-102874" y="5684627"/>
            <a:ext cx="5249473" cy="1173572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5" name="Google Shape;975;p65"/>
          <p:cNvSpPr/>
          <p:nvPr/>
        </p:nvSpPr>
        <p:spPr>
          <a:xfrm>
            <a:off x="2611000" y="54293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6" name="Google Shape;976;p65"/>
          <p:cNvSpPr/>
          <p:nvPr/>
        </p:nvSpPr>
        <p:spPr>
          <a:xfrm>
            <a:off x="380400" y="51408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7" name="Google Shape;977;p65"/>
          <p:cNvSpPr/>
          <p:nvPr/>
        </p:nvSpPr>
        <p:spPr>
          <a:xfrm>
            <a:off x="6030400" y="65236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8" name="Google Shape;978;p65"/>
          <p:cNvSpPr/>
          <p:nvPr/>
        </p:nvSpPr>
        <p:spPr>
          <a:xfrm rot="10800000" flipH="1">
            <a:off x="8485033" y="15100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9" name="Google Shape;979;p65"/>
          <p:cNvSpPr/>
          <p:nvPr/>
        </p:nvSpPr>
        <p:spPr>
          <a:xfrm rot="10800000" flipH="1">
            <a:off x="11028533" y="17886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0" name="Google Shape;980;p65"/>
          <p:cNvSpPr/>
          <p:nvPr/>
        </p:nvSpPr>
        <p:spPr>
          <a:xfrm rot="10800000" flipH="1">
            <a:off x="5814033" y="4311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519248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6"/>
          <p:cNvSpPr/>
          <p:nvPr/>
        </p:nvSpPr>
        <p:spPr>
          <a:xfrm rot="-5400000" flipH="1">
            <a:off x="9400336" y="343388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3" name="Google Shape;983;p66"/>
          <p:cNvSpPr/>
          <p:nvPr/>
        </p:nvSpPr>
        <p:spPr>
          <a:xfrm rot="-5399497">
            <a:off x="8433908" y="2268263"/>
            <a:ext cx="6020449" cy="1494891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4" name="Google Shape;984;p66"/>
          <p:cNvSpPr/>
          <p:nvPr/>
        </p:nvSpPr>
        <p:spPr>
          <a:xfrm rot="-5400440" flipH="1">
            <a:off x="7953905" y="2632402"/>
            <a:ext cx="6882276" cy="1593068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5" name="Google Shape;985;p66"/>
          <p:cNvSpPr/>
          <p:nvPr/>
        </p:nvSpPr>
        <p:spPr>
          <a:xfrm rot="-5400000">
            <a:off x="-2389124" y="2415796"/>
            <a:ext cx="6836563" cy="2058315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6" name="Google Shape;986;p66"/>
          <p:cNvSpPr/>
          <p:nvPr/>
        </p:nvSpPr>
        <p:spPr>
          <a:xfrm rot="-5400000">
            <a:off x="-2568567" y="2574199"/>
            <a:ext cx="6857603" cy="172046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7" name="Google Shape;987;p66"/>
          <p:cNvSpPr/>
          <p:nvPr/>
        </p:nvSpPr>
        <p:spPr>
          <a:xfrm rot="-5400000" flipH="1">
            <a:off x="-2503369" y="2508854"/>
            <a:ext cx="6857783" cy="185104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8" name="Google Shape;988;p66"/>
          <p:cNvSpPr/>
          <p:nvPr/>
        </p:nvSpPr>
        <p:spPr>
          <a:xfrm>
            <a:off x="1472733" y="3613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9" name="Google Shape;989;p66"/>
          <p:cNvSpPr/>
          <p:nvPr/>
        </p:nvSpPr>
        <p:spPr>
          <a:xfrm>
            <a:off x="2071067" y="46034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0" name="Google Shape;990;p66"/>
          <p:cNvSpPr/>
          <p:nvPr/>
        </p:nvSpPr>
        <p:spPr>
          <a:xfrm>
            <a:off x="1072467" y="1401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1" name="Google Shape;991;p66"/>
          <p:cNvSpPr/>
          <p:nvPr/>
        </p:nvSpPr>
        <p:spPr>
          <a:xfrm>
            <a:off x="1559533" y="5557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2" name="Google Shape;992;p66"/>
          <p:cNvSpPr/>
          <p:nvPr/>
        </p:nvSpPr>
        <p:spPr>
          <a:xfrm>
            <a:off x="2027651" y="955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3" name="Google Shape;993;p66"/>
          <p:cNvSpPr/>
          <p:nvPr/>
        </p:nvSpPr>
        <p:spPr>
          <a:xfrm rot="10800000" flipH="1">
            <a:off x="11109400" y="2633533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4" name="Google Shape;994;p66"/>
          <p:cNvSpPr/>
          <p:nvPr/>
        </p:nvSpPr>
        <p:spPr>
          <a:xfrm rot="10800000" flipH="1">
            <a:off x="10261133" y="13419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5" name="Google Shape;995;p66"/>
          <p:cNvSpPr/>
          <p:nvPr/>
        </p:nvSpPr>
        <p:spPr>
          <a:xfrm rot="10800000" flipH="1">
            <a:off x="10392317" y="59893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0734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7"/>
          <p:cNvSpPr/>
          <p:nvPr/>
        </p:nvSpPr>
        <p:spPr>
          <a:xfrm rot="-5911893" flipH="1">
            <a:off x="-477699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8" name="Google Shape;998;p67"/>
          <p:cNvSpPr/>
          <p:nvPr/>
        </p:nvSpPr>
        <p:spPr>
          <a:xfrm rot="-515846" flipH="1">
            <a:off x="-23533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9" name="Google Shape;999;p67"/>
          <p:cNvSpPr/>
          <p:nvPr/>
        </p:nvSpPr>
        <p:spPr>
          <a:xfrm flipH="1">
            <a:off x="-23840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0" name="Google Shape;1000;p67"/>
          <p:cNvSpPr/>
          <p:nvPr/>
        </p:nvSpPr>
        <p:spPr>
          <a:xfrm rot="4888107" flipH="1">
            <a:off x="1516172" y="5517983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1" name="Google Shape;1001;p67"/>
          <p:cNvSpPr/>
          <p:nvPr/>
        </p:nvSpPr>
        <p:spPr>
          <a:xfrm rot="-9922098" flipH="1">
            <a:off x="-1619824" y="5796630"/>
            <a:ext cx="6478160" cy="131300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2" name="Google Shape;1002;p67"/>
          <p:cNvSpPr/>
          <p:nvPr/>
        </p:nvSpPr>
        <p:spPr>
          <a:xfrm rot="-10346708" flipH="1">
            <a:off x="-1003189" y="5971483"/>
            <a:ext cx="6540965" cy="141340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3" name="Google Shape;1003;p67"/>
          <p:cNvSpPr/>
          <p:nvPr/>
        </p:nvSpPr>
        <p:spPr>
          <a:xfrm rot="5400000">
            <a:off x="1595975" y="1125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4" name="Google Shape;1004;p67"/>
          <p:cNvSpPr/>
          <p:nvPr/>
        </p:nvSpPr>
        <p:spPr>
          <a:xfrm rot="5400000">
            <a:off x="1594959" y="5956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5" name="Google Shape;1005;p67"/>
          <p:cNvSpPr/>
          <p:nvPr/>
        </p:nvSpPr>
        <p:spPr>
          <a:xfrm rot="-5400000">
            <a:off x="720208" y="921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6" name="Google Shape;1006;p67"/>
          <p:cNvSpPr/>
          <p:nvPr/>
        </p:nvSpPr>
        <p:spPr>
          <a:xfrm rot="5400000">
            <a:off x="720008" y="5109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786164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8"/>
          <p:cNvSpPr/>
          <p:nvPr/>
        </p:nvSpPr>
        <p:spPr>
          <a:xfrm rot="10800000">
            <a:off x="5250017" y="5881165"/>
            <a:ext cx="5249311" cy="977032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9" name="Google Shape;1009;p68"/>
          <p:cNvSpPr/>
          <p:nvPr/>
        </p:nvSpPr>
        <p:spPr>
          <a:xfrm flipH="1">
            <a:off x="5252850" y="132"/>
            <a:ext cx="6835569" cy="1727905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0" name="Google Shape;1010;p68"/>
          <p:cNvSpPr/>
          <p:nvPr/>
        </p:nvSpPr>
        <p:spPr>
          <a:xfrm rot="10800000" flipH="1">
            <a:off x="6293352" y="5522235"/>
            <a:ext cx="7646707" cy="1335963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1" name="Google Shape;1011;p68"/>
          <p:cNvSpPr/>
          <p:nvPr/>
        </p:nvSpPr>
        <p:spPr>
          <a:xfrm rot="10800000" flipH="1">
            <a:off x="6684612" y="273"/>
            <a:ext cx="5507776" cy="196378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2" name="Google Shape;1012;p68"/>
          <p:cNvSpPr/>
          <p:nvPr/>
        </p:nvSpPr>
        <p:spPr>
          <a:xfrm rot="10800000">
            <a:off x="7505048" y="653"/>
            <a:ext cx="4686864" cy="196354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3" name="Google Shape;1013;p68"/>
          <p:cNvSpPr/>
          <p:nvPr/>
        </p:nvSpPr>
        <p:spPr>
          <a:xfrm rot="10800000">
            <a:off x="6960777" y="5684627"/>
            <a:ext cx="5249473" cy="1173572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4" name="Google Shape;1014;p68"/>
          <p:cNvSpPr/>
          <p:nvPr/>
        </p:nvSpPr>
        <p:spPr>
          <a:xfrm rot="5400000">
            <a:off x="8703808" y="597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5" name="Google Shape;1015;p68"/>
          <p:cNvSpPr/>
          <p:nvPr/>
        </p:nvSpPr>
        <p:spPr>
          <a:xfrm rot="5400000">
            <a:off x="7373625" y="12603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6" name="Google Shape;1016;p68"/>
          <p:cNvSpPr/>
          <p:nvPr/>
        </p:nvSpPr>
        <p:spPr>
          <a:xfrm rot="-5400000">
            <a:off x="7828041" y="57741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7" name="Google Shape;1017;p68"/>
          <p:cNvSpPr/>
          <p:nvPr/>
        </p:nvSpPr>
        <p:spPr>
          <a:xfrm rot="5400000">
            <a:off x="6498675" y="4139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185564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45FE8-C0A3-B533-2F54-11D1BAB0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A62591-54ED-6AB3-FBB0-BF7414546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84C28E-EE4B-0473-1DD5-5709FF333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477349-9880-E73C-2856-463CDD44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7FD8-3673-4331-8FFD-79D8EF8F464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4F0DAE-D7B2-4BC5-6069-5E50194FE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D194BF-0823-267A-E368-3ECC1755B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6DAE-54EE-492E-BB8B-806BDF1934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53741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6FFDC-D293-C44A-8C69-8CA21E1B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8CF125-0906-3C00-80A4-D60D2CBF0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CC1AAF-0484-DDC1-1FFE-C8DF9BFB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7FD8-3673-4331-8FFD-79D8EF8F464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41FBB6-8C11-AEC8-4E2B-26BA62CA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D2B57A-4DEF-625D-A432-1E2CBF2E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6DAE-54EE-492E-BB8B-806BDF1934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6343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79154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7226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73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4194894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87200" y="1877117"/>
            <a:ext cx="10017600" cy="2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87200" y="4470884"/>
            <a:ext cx="100176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2489367" y="1350901"/>
            <a:ext cx="6418728" cy="228048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" name="Google Shape;12;p2"/>
          <p:cNvSpPr/>
          <p:nvPr/>
        </p:nvSpPr>
        <p:spPr>
          <a:xfrm rot="10800000">
            <a:off x="-305680" y="4529073"/>
            <a:ext cx="4900647" cy="252508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" name="Google Shape;13;p2"/>
          <p:cNvSpPr/>
          <p:nvPr/>
        </p:nvSpPr>
        <p:spPr>
          <a:xfrm rot="-315040" flipH="1">
            <a:off x="-315127" y="5966683"/>
            <a:ext cx="2819261" cy="13294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4" name="Google Shape;14;p2"/>
          <p:cNvSpPr/>
          <p:nvPr/>
        </p:nvSpPr>
        <p:spPr>
          <a:xfrm>
            <a:off x="4376951" y="635881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" name="Google Shape;15;p2"/>
          <p:cNvSpPr/>
          <p:nvPr/>
        </p:nvSpPr>
        <p:spPr>
          <a:xfrm>
            <a:off x="1236400" y="56137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6" name="Google Shape;16;p2"/>
          <p:cNvSpPr/>
          <p:nvPr/>
        </p:nvSpPr>
        <p:spPr>
          <a:xfrm>
            <a:off x="73984" y="38776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7" name="Google Shape;17;p2"/>
          <p:cNvSpPr/>
          <p:nvPr/>
        </p:nvSpPr>
        <p:spPr>
          <a:xfrm>
            <a:off x="5676233" y="65357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" name="Google Shape;18;p2"/>
          <p:cNvSpPr/>
          <p:nvPr/>
        </p:nvSpPr>
        <p:spPr>
          <a:xfrm>
            <a:off x="2079051" y="5214051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" name="Google Shape;19;p2"/>
          <p:cNvSpPr/>
          <p:nvPr/>
        </p:nvSpPr>
        <p:spPr>
          <a:xfrm rot="-5400000">
            <a:off x="8147005" y="3370524"/>
            <a:ext cx="6418728" cy="228048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0" name="Google Shape;20;p2"/>
          <p:cNvSpPr/>
          <p:nvPr/>
        </p:nvSpPr>
        <p:spPr>
          <a:xfrm>
            <a:off x="7659567" y="-225812"/>
            <a:ext cx="4837029" cy="2492397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" name="Google Shape;21;p2"/>
          <p:cNvSpPr/>
          <p:nvPr/>
        </p:nvSpPr>
        <p:spPr>
          <a:xfrm rot="10484934" flipH="1">
            <a:off x="9723274" y="-464660"/>
            <a:ext cx="2782727" cy="131221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2" name="Google Shape;22;p2"/>
          <p:cNvSpPr/>
          <p:nvPr/>
        </p:nvSpPr>
        <p:spPr>
          <a:xfrm rot="10800000">
            <a:off x="7513084" y="27722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" name="Google Shape;23;p2"/>
          <p:cNvSpPr/>
          <p:nvPr/>
        </p:nvSpPr>
        <p:spPr>
          <a:xfrm rot="10800000">
            <a:off x="10334133" y="13664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" name="Google Shape;24;p2"/>
          <p:cNvSpPr/>
          <p:nvPr/>
        </p:nvSpPr>
        <p:spPr>
          <a:xfrm rot="10800000">
            <a:off x="11973984" y="258636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" name="Google Shape;25;p2"/>
          <p:cNvSpPr/>
          <p:nvPr/>
        </p:nvSpPr>
        <p:spPr>
          <a:xfrm rot="10800000">
            <a:off x="6300600" y="18666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75378382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2549967" y="3015117"/>
            <a:ext cx="7092000" cy="10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>
            <a:off x="4140800" y="1552900"/>
            <a:ext cx="39104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66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3753867" y="4266837"/>
            <a:ext cx="4684400" cy="72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 rot="10800000">
            <a:off x="-346922" y="438039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1" name="Google Shape;31;p3"/>
          <p:cNvSpPr/>
          <p:nvPr/>
        </p:nvSpPr>
        <p:spPr>
          <a:xfrm rot="10800000">
            <a:off x="211309" y="5906643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" name="Google Shape;32;p3"/>
          <p:cNvSpPr/>
          <p:nvPr/>
        </p:nvSpPr>
        <p:spPr>
          <a:xfrm>
            <a:off x="4932967" y="6218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3" name="Google Shape;33;p3"/>
          <p:cNvSpPr/>
          <p:nvPr/>
        </p:nvSpPr>
        <p:spPr>
          <a:xfrm>
            <a:off x="2414684" y="58434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" name="Google Shape;34;p3"/>
          <p:cNvSpPr/>
          <p:nvPr/>
        </p:nvSpPr>
        <p:spPr>
          <a:xfrm>
            <a:off x="-442899" y="493793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" name="Google Shape;35;p3"/>
          <p:cNvSpPr/>
          <p:nvPr/>
        </p:nvSpPr>
        <p:spPr>
          <a:xfrm>
            <a:off x="1642700" y="5356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" name="Google Shape;36;p3"/>
          <p:cNvSpPr/>
          <p:nvPr/>
        </p:nvSpPr>
        <p:spPr>
          <a:xfrm>
            <a:off x="145184" y="4010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" name="Google Shape;37;p3"/>
          <p:cNvSpPr/>
          <p:nvPr/>
        </p:nvSpPr>
        <p:spPr>
          <a:xfrm>
            <a:off x="7153568" y="22215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8" name="Google Shape;38;p3"/>
          <p:cNvSpPr/>
          <p:nvPr/>
        </p:nvSpPr>
        <p:spPr>
          <a:xfrm>
            <a:off x="6499401" y="-444616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" name="Google Shape;39;p3"/>
          <p:cNvSpPr/>
          <p:nvPr/>
        </p:nvSpPr>
        <p:spPr>
          <a:xfrm rot="10800000">
            <a:off x="7153567" y="5590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" name="Google Shape;40;p3"/>
          <p:cNvSpPr/>
          <p:nvPr/>
        </p:nvSpPr>
        <p:spPr>
          <a:xfrm rot="10800000">
            <a:off x="9585051" y="8474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" name="Google Shape;41;p3"/>
          <p:cNvSpPr/>
          <p:nvPr/>
        </p:nvSpPr>
        <p:spPr>
          <a:xfrm rot="10800000">
            <a:off x="8828366" y="-5810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" name="Google Shape;42;p3"/>
          <p:cNvSpPr/>
          <p:nvPr/>
        </p:nvSpPr>
        <p:spPr>
          <a:xfrm rot="10800000">
            <a:off x="10443833" y="14212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" name="Google Shape;43;p3"/>
          <p:cNvSpPr/>
          <p:nvPr/>
        </p:nvSpPr>
        <p:spPr>
          <a:xfrm rot="10800000">
            <a:off x="11854551" y="2680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8494740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958233" y="1371600"/>
            <a:ext cx="10275200" cy="47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AutoNum type="arabicPeriod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47" name="Google Shape;47;p4"/>
          <p:cNvGrpSpPr/>
          <p:nvPr/>
        </p:nvGrpSpPr>
        <p:grpSpPr>
          <a:xfrm flipH="1">
            <a:off x="-172999" y="-155066"/>
            <a:ext cx="3578712" cy="2317551"/>
            <a:chOff x="6654501" y="-116300"/>
            <a:chExt cx="2684034" cy="1738163"/>
          </a:xfrm>
        </p:grpSpPr>
        <p:sp>
          <p:nvSpPr>
            <p:cNvPr id="48" name="Google Shape;48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" name="Google Shape;49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4" name="Google Shape;54;p4"/>
          <p:cNvGrpSpPr/>
          <p:nvPr/>
        </p:nvGrpSpPr>
        <p:grpSpPr>
          <a:xfrm>
            <a:off x="9075868" y="-155066"/>
            <a:ext cx="3578712" cy="2317551"/>
            <a:chOff x="6654501" y="-116300"/>
            <a:chExt cx="2684034" cy="1738163"/>
          </a:xfrm>
        </p:grpSpPr>
        <p:sp>
          <p:nvSpPr>
            <p:cNvPr id="55" name="Google Shape;55;p4"/>
            <p:cNvSpPr/>
            <p:nvPr/>
          </p:nvSpPr>
          <p:spPr>
            <a:xfrm>
              <a:off x="6654501" y="-116300"/>
              <a:ext cx="2684034" cy="1535681"/>
            </a:xfrm>
            <a:custGeom>
              <a:avLst/>
              <a:gdLst/>
              <a:ahLst/>
              <a:cxnLst/>
              <a:rect l="l" t="t" r="r" b="b"/>
              <a:pathLst>
                <a:path w="64695" h="36451" extrusionOk="0">
                  <a:moveTo>
                    <a:pt x="5503" y="0"/>
                  </a:moveTo>
                  <a:cubicBezTo>
                    <a:pt x="2589" y="0"/>
                    <a:pt x="1" y="186"/>
                    <a:pt x="237" y="874"/>
                  </a:cubicBezTo>
                  <a:cubicBezTo>
                    <a:pt x="460" y="1499"/>
                    <a:pt x="4411" y="2169"/>
                    <a:pt x="5259" y="2593"/>
                  </a:cubicBezTo>
                  <a:cubicBezTo>
                    <a:pt x="7178" y="3552"/>
                    <a:pt x="8897" y="4869"/>
                    <a:pt x="10325" y="6454"/>
                  </a:cubicBezTo>
                  <a:cubicBezTo>
                    <a:pt x="13673" y="10092"/>
                    <a:pt x="16619" y="21050"/>
                    <a:pt x="24989" y="22345"/>
                  </a:cubicBezTo>
                  <a:cubicBezTo>
                    <a:pt x="25398" y="22407"/>
                    <a:pt x="25804" y="22437"/>
                    <a:pt x="26206" y="22437"/>
                  </a:cubicBezTo>
                  <a:cubicBezTo>
                    <a:pt x="31849" y="22437"/>
                    <a:pt x="36809" y="16669"/>
                    <a:pt x="38871" y="15314"/>
                  </a:cubicBezTo>
                  <a:cubicBezTo>
                    <a:pt x="39863" y="14681"/>
                    <a:pt x="40996" y="14362"/>
                    <a:pt x="42135" y="14362"/>
                  </a:cubicBezTo>
                  <a:cubicBezTo>
                    <a:pt x="43201" y="14362"/>
                    <a:pt x="44272" y="14642"/>
                    <a:pt x="45232" y="15203"/>
                  </a:cubicBezTo>
                  <a:cubicBezTo>
                    <a:pt x="49027" y="17502"/>
                    <a:pt x="49071" y="22858"/>
                    <a:pt x="50634" y="27010"/>
                  </a:cubicBezTo>
                  <a:cubicBezTo>
                    <a:pt x="52642" y="32143"/>
                    <a:pt x="57307" y="35759"/>
                    <a:pt x="62775" y="36450"/>
                  </a:cubicBezTo>
                  <a:cubicBezTo>
                    <a:pt x="62396" y="25269"/>
                    <a:pt x="63043" y="14065"/>
                    <a:pt x="64694" y="2994"/>
                  </a:cubicBezTo>
                  <a:cubicBezTo>
                    <a:pt x="57530" y="1745"/>
                    <a:pt x="50232" y="1499"/>
                    <a:pt x="42978" y="1254"/>
                  </a:cubicBezTo>
                  <a:cubicBezTo>
                    <a:pt x="32957" y="896"/>
                    <a:pt x="22936" y="562"/>
                    <a:pt x="12914" y="249"/>
                  </a:cubicBezTo>
                  <a:cubicBezTo>
                    <a:pt x="12140" y="215"/>
                    <a:pt x="8634" y="0"/>
                    <a:pt x="55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" name="Google Shape;56;p4"/>
            <p:cNvSpPr/>
            <p:nvPr/>
          </p:nvSpPr>
          <p:spPr>
            <a:xfrm rot="5400000" flipH="1">
              <a:off x="8050932" y="-354518"/>
              <a:ext cx="808131" cy="1493289"/>
            </a:xfrm>
            <a:custGeom>
              <a:avLst/>
              <a:gdLst/>
              <a:ahLst/>
              <a:cxnLst/>
              <a:rect l="l" t="t" r="r" b="b"/>
              <a:pathLst>
                <a:path w="24039" h="44420" extrusionOk="0">
                  <a:moveTo>
                    <a:pt x="17715" y="1"/>
                  </a:moveTo>
                  <a:cubicBezTo>
                    <a:pt x="16371" y="1"/>
                    <a:pt x="14900" y="541"/>
                    <a:pt x="13704" y="2213"/>
                  </a:cubicBezTo>
                  <a:cubicBezTo>
                    <a:pt x="10848" y="6185"/>
                    <a:pt x="15289" y="12211"/>
                    <a:pt x="13392" y="17300"/>
                  </a:cubicBezTo>
                  <a:cubicBezTo>
                    <a:pt x="11272" y="22947"/>
                    <a:pt x="1" y="24509"/>
                    <a:pt x="1384" y="34262"/>
                  </a:cubicBezTo>
                  <a:cubicBezTo>
                    <a:pt x="2268" y="40412"/>
                    <a:pt x="11808" y="44419"/>
                    <a:pt x="18141" y="44419"/>
                  </a:cubicBezTo>
                  <a:cubicBezTo>
                    <a:pt x="19486" y="44419"/>
                    <a:pt x="20686" y="44239"/>
                    <a:pt x="21628" y="43860"/>
                  </a:cubicBezTo>
                  <a:cubicBezTo>
                    <a:pt x="21918" y="43748"/>
                    <a:pt x="23413" y="36851"/>
                    <a:pt x="23480" y="36048"/>
                  </a:cubicBezTo>
                  <a:cubicBezTo>
                    <a:pt x="24038" y="28549"/>
                    <a:pt x="24016" y="20983"/>
                    <a:pt x="23369" y="13484"/>
                  </a:cubicBezTo>
                  <a:cubicBezTo>
                    <a:pt x="23056" y="9890"/>
                    <a:pt x="22699" y="6252"/>
                    <a:pt x="22186" y="2681"/>
                  </a:cubicBezTo>
                  <a:cubicBezTo>
                    <a:pt x="22052" y="1766"/>
                    <a:pt x="22141" y="2168"/>
                    <a:pt x="21315" y="1320"/>
                  </a:cubicBezTo>
                  <a:cubicBezTo>
                    <a:pt x="20767" y="784"/>
                    <a:pt x="19333" y="1"/>
                    <a:pt x="177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" name="Google Shape;57;p4"/>
            <p:cNvSpPr/>
            <p:nvPr/>
          </p:nvSpPr>
          <p:spPr>
            <a:xfrm rot="10800000">
              <a:off x="7613850" y="-116300"/>
              <a:ext cx="1724676" cy="736904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7365463" y="107038"/>
              <a:ext cx="163500" cy="163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469625" y="775288"/>
              <a:ext cx="98400" cy="9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942775" y="1523163"/>
              <a:ext cx="98400" cy="98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28549093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6759267" y="3454117"/>
            <a:ext cx="384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6759200" y="4046667"/>
            <a:ext cx="3846400" cy="10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1586384" y="3454117"/>
            <a:ext cx="3846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1586400" y="4046667"/>
            <a:ext cx="3846400" cy="10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 rot="10376871">
            <a:off x="-661228" y="-271407"/>
            <a:ext cx="5524917" cy="188225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" name="Google Shape;67;p5"/>
          <p:cNvSpPr/>
          <p:nvPr/>
        </p:nvSpPr>
        <p:spPr>
          <a:xfrm>
            <a:off x="5083535" y="465299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8" name="Google Shape;68;p5"/>
          <p:cNvSpPr/>
          <p:nvPr/>
        </p:nvSpPr>
        <p:spPr>
          <a:xfrm>
            <a:off x="790968" y="11181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" name="Google Shape;69;p5"/>
          <p:cNvSpPr/>
          <p:nvPr/>
        </p:nvSpPr>
        <p:spPr>
          <a:xfrm>
            <a:off x="5891701" y="8445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0" name="Google Shape;70;p5"/>
          <p:cNvSpPr/>
          <p:nvPr/>
        </p:nvSpPr>
        <p:spPr>
          <a:xfrm>
            <a:off x="3975801" y="3336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" name="Google Shape;71;p5"/>
          <p:cNvSpPr/>
          <p:nvPr/>
        </p:nvSpPr>
        <p:spPr>
          <a:xfrm flipH="1">
            <a:off x="-268036" y="-219469"/>
            <a:ext cx="4009803" cy="165883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2" name="Google Shape;72;p5"/>
          <p:cNvSpPr/>
          <p:nvPr/>
        </p:nvSpPr>
        <p:spPr>
          <a:xfrm rot="10800000">
            <a:off x="-346148" y="-396104"/>
            <a:ext cx="3276581" cy="124067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3" name="Google Shape;73;p5"/>
          <p:cNvSpPr/>
          <p:nvPr/>
        </p:nvSpPr>
        <p:spPr>
          <a:xfrm rot="-448972">
            <a:off x="7224298" y="5208301"/>
            <a:ext cx="5486652" cy="185941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4" name="Google Shape;74;p5"/>
          <p:cNvSpPr/>
          <p:nvPr/>
        </p:nvSpPr>
        <p:spPr>
          <a:xfrm rot="10800000">
            <a:off x="6280948" y="6299264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" name="Google Shape;75;p5"/>
          <p:cNvSpPr/>
          <p:nvPr/>
        </p:nvSpPr>
        <p:spPr>
          <a:xfrm rot="10800000">
            <a:off x="11188448" y="555796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6" name="Google Shape;76;p5"/>
          <p:cNvSpPr/>
          <p:nvPr/>
        </p:nvSpPr>
        <p:spPr>
          <a:xfrm rot="10800000">
            <a:off x="7187681" y="555796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7" name="Google Shape;77;p5"/>
          <p:cNvSpPr/>
          <p:nvPr/>
        </p:nvSpPr>
        <p:spPr>
          <a:xfrm rot="10800000">
            <a:off x="8003615" y="6342464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" name="Google Shape;78;p5"/>
          <p:cNvSpPr/>
          <p:nvPr/>
        </p:nvSpPr>
        <p:spPr>
          <a:xfrm rot="10800000" flipH="1">
            <a:off x="8368849" y="5368402"/>
            <a:ext cx="4009803" cy="165883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9" name="Google Shape;79;p5"/>
          <p:cNvSpPr/>
          <p:nvPr/>
        </p:nvSpPr>
        <p:spPr>
          <a:xfrm>
            <a:off x="9180183" y="5963197"/>
            <a:ext cx="3276581" cy="1240671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7156483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810943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3" name="Google Shape;83;p6"/>
          <p:cNvSpPr/>
          <p:nvPr/>
        </p:nvSpPr>
        <p:spPr>
          <a:xfrm rot="10800000">
            <a:off x="9287568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" name="Google Shape;84;p6"/>
          <p:cNvSpPr/>
          <p:nvPr/>
        </p:nvSpPr>
        <p:spPr>
          <a:xfrm rot="10484947" flipH="1">
            <a:off x="10665847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5" name="Google Shape;85;p6"/>
          <p:cNvSpPr/>
          <p:nvPr/>
        </p:nvSpPr>
        <p:spPr>
          <a:xfrm rot="10800000">
            <a:off x="96295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6" name="Google Shape;86;p6"/>
          <p:cNvSpPr/>
          <p:nvPr/>
        </p:nvSpPr>
        <p:spPr>
          <a:xfrm rot="10800000">
            <a:off x="10902867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7" name="Google Shape;87;p6"/>
          <p:cNvSpPr/>
          <p:nvPr/>
        </p:nvSpPr>
        <p:spPr>
          <a:xfrm rot="10800000">
            <a:off x="11930567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38714396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943400" y="2563933"/>
            <a:ext cx="6480000" cy="109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"/>
          </p:nvPr>
        </p:nvSpPr>
        <p:spPr>
          <a:xfrm>
            <a:off x="943533" y="3777767"/>
            <a:ext cx="6480000" cy="6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 rot="-10667561">
            <a:off x="407828" y="5861780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2" name="Google Shape;92;p7"/>
          <p:cNvSpPr/>
          <p:nvPr/>
        </p:nvSpPr>
        <p:spPr>
          <a:xfrm rot="10800000">
            <a:off x="536613" y="5738129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3" name="Google Shape;93;p7"/>
          <p:cNvSpPr/>
          <p:nvPr/>
        </p:nvSpPr>
        <p:spPr>
          <a:xfrm>
            <a:off x="-362816" y="5545483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4" name="Google Shape;94;p7"/>
          <p:cNvSpPr/>
          <p:nvPr/>
        </p:nvSpPr>
        <p:spPr>
          <a:xfrm>
            <a:off x="6995568" y="64276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" name="Google Shape;95;p7"/>
          <p:cNvSpPr/>
          <p:nvPr/>
        </p:nvSpPr>
        <p:spPr>
          <a:xfrm>
            <a:off x="536601" y="52695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" name="Google Shape;96;p7"/>
          <p:cNvSpPr/>
          <p:nvPr/>
        </p:nvSpPr>
        <p:spPr>
          <a:xfrm>
            <a:off x="1537401" y="58541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" name="Google Shape;97;p7"/>
          <p:cNvSpPr/>
          <p:nvPr/>
        </p:nvSpPr>
        <p:spPr>
          <a:xfrm>
            <a:off x="3813001" y="6316632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" name="Google Shape;98;p7"/>
          <p:cNvSpPr/>
          <p:nvPr/>
        </p:nvSpPr>
        <p:spPr>
          <a:xfrm rot="-132439" flipH="1">
            <a:off x="407828" y="-5322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" name="Google Shape;99;p7"/>
          <p:cNvSpPr/>
          <p:nvPr/>
        </p:nvSpPr>
        <p:spPr>
          <a:xfrm flipH="1">
            <a:off x="536613" y="-176902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" name="Google Shape;100;p7"/>
          <p:cNvSpPr/>
          <p:nvPr/>
        </p:nvSpPr>
        <p:spPr>
          <a:xfrm rot="10800000" flipH="1">
            <a:off x="-362816" y="-1450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" name="Google Shape;101;p7"/>
          <p:cNvSpPr/>
          <p:nvPr/>
        </p:nvSpPr>
        <p:spPr>
          <a:xfrm rot="10800000" flipH="1">
            <a:off x="536601" y="14486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2" name="Google Shape;102;p7"/>
          <p:cNvSpPr/>
          <p:nvPr/>
        </p:nvSpPr>
        <p:spPr>
          <a:xfrm rot="10800000" flipH="1">
            <a:off x="1537401" y="86408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3" name="Google Shape;103;p7"/>
          <p:cNvSpPr/>
          <p:nvPr/>
        </p:nvSpPr>
        <p:spPr>
          <a:xfrm rot="10800000" flipH="1">
            <a:off x="3813001" y="401616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4" name="Google Shape;104;p7"/>
          <p:cNvSpPr/>
          <p:nvPr/>
        </p:nvSpPr>
        <p:spPr>
          <a:xfrm rot="10800000" flipH="1">
            <a:off x="6995568" y="2041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27264720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>
            <a:spLocks noGrp="1"/>
          </p:cNvSpPr>
          <p:nvPr>
            <p:ph type="title"/>
          </p:nvPr>
        </p:nvSpPr>
        <p:spPr>
          <a:xfrm>
            <a:off x="1850800" y="1434700"/>
            <a:ext cx="8490400" cy="37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2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 flipH="1">
            <a:off x="-568538" y="-11293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8" name="Google Shape;108;p8"/>
          <p:cNvSpPr/>
          <p:nvPr/>
        </p:nvSpPr>
        <p:spPr>
          <a:xfrm rot="10800000">
            <a:off x="-393045" y="-486934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9" name="Google Shape;109;p8"/>
          <p:cNvSpPr/>
          <p:nvPr/>
        </p:nvSpPr>
        <p:spPr>
          <a:xfrm rot="-5400147">
            <a:off x="309953" y="-922167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0" name="Google Shape;110;p8"/>
          <p:cNvSpPr/>
          <p:nvPr/>
        </p:nvSpPr>
        <p:spPr>
          <a:xfrm flipH="1">
            <a:off x="911355" y="809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1" name="Google Shape;111;p8"/>
          <p:cNvSpPr/>
          <p:nvPr/>
        </p:nvSpPr>
        <p:spPr>
          <a:xfrm flipH="1">
            <a:off x="3301421" y="888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2" name="Google Shape;112;p8"/>
          <p:cNvSpPr/>
          <p:nvPr/>
        </p:nvSpPr>
        <p:spPr>
          <a:xfrm flipH="1">
            <a:off x="4231488" y="326300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3" name="Google Shape;113;p8"/>
          <p:cNvSpPr/>
          <p:nvPr/>
        </p:nvSpPr>
        <p:spPr>
          <a:xfrm flipH="1">
            <a:off x="8755255" y="364733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4" name="Google Shape;114;p8"/>
          <p:cNvSpPr/>
          <p:nvPr/>
        </p:nvSpPr>
        <p:spPr>
          <a:xfrm rot="10800000" flipH="1">
            <a:off x="3508128" y="590715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5" name="Google Shape;115;p8"/>
          <p:cNvSpPr/>
          <p:nvPr/>
        </p:nvSpPr>
        <p:spPr>
          <a:xfrm>
            <a:off x="8403857" y="6158357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6" name="Google Shape;116;p8"/>
          <p:cNvSpPr/>
          <p:nvPr/>
        </p:nvSpPr>
        <p:spPr>
          <a:xfrm rot="5399853">
            <a:off x="9943281" y="5097926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7" name="Google Shape;117;p8"/>
          <p:cNvSpPr/>
          <p:nvPr/>
        </p:nvSpPr>
        <p:spPr>
          <a:xfrm rot="10800000" flipH="1">
            <a:off x="11083795" y="6026756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8" name="Google Shape;118;p8"/>
          <p:cNvSpPr/>
          <p:nvPr/>
        </p:nvSpPr>
        <p:spPr>
          <a:xfrm rot="10800000" flipH="1">
            <a:off x="8606928" y="586082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9" name="Google Shape;119;p8"/>
          <p:cNvSpPr/>
          <p:nvPr/>
        </p:nvSpPr>
        <p:spPr>
          <a:xfrm rot="10800000" flipH="1">
            <a:off x="7763661" y="6509656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0" name="Google Shape;120;p8"/>
          <p:cNvSpPr/>
          <p:nvPr/>
        </p:nvSpPr>
        <p:spPr>
          <a:xfrm rot="10800000" flipH="1">
            <a:off x="11666561" y="564282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1" name="Google Shape;121;p8"/>
          <p:cNvSpPr/>
          <p:nvPr/>
        </p:nvSpPr>
        <p:spPr>
          <a:xfrm rot="10800000" flipH="1">
            <a:off x="3153095" y="6384823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2" name="Google Shape;122;p8"/>
          <p:cNvSpPr/>
          <p:nvPr/>
        </p:nvSpPr>
        <p:spPr>
          <a:xfrm flipH="1">
            <a:off x="241788" y="1106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9587826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1727900" y="1750767"/>
            <a:ext cx="8736000" cy="19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1728100" y="3777767"/>
            <a:ext cx="8736000" cy="1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 rot="10800000" flipH="1">
            <a:off x="7153568" y="438039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7" name="Google Shape;127;p9"/>
          <p:cNvSpPr/>
          <p:nvPr/>
        </p:nvSpPr>
        <p:spPr>
          <a:xfrm rot="10800000" flipH="1">
            <a:off x="6499401" y="5906643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8" name="Google Shape;128;p9"/>
          <p:cNvSpPr/>
          <p:nvPr/>
        </p:nvSpPr>
        <p:spPr>
          <a:xfrm flipH="1">
            <a:off x="7153567" y="6218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29" name="Google Shape;129;p9"/>
          <p:cNvSpPr/>
          <p:nvPr/>
        </p:nvSpPr>
        <p:spPr>
          <a:xfrm flipH="1">
            <a:off x="9585051" y="58434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0" name="Google Shape;130;p9"/>
          <p:cNvSpPr/>
          <p:nvPr/>
        </p:nvSpPr>
        <p:spPr>
          <a:xfrm flipH="1">
            <a:off x="8828366" y="493793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1" name="Google Shape;131;p9"/>
          <p:cNvSpPr/>
          <p:nvPr/>
        </p:nvSpPr>
        <p:spPr>
          <a:xfrm flipH="1">
            <a:off x="10443833" y="5356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2" name="Google Shape;132;p9"/>
          <p:cNvSpPr/>
          <p:nvPr/>
        </p:nvSpPr>
        <p:spPr>
          <a:xfrm flipH="1">
            <a:off x="11854551" y="4010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3" name="Google Shape;133;p9"/>
          <p:cNvSpPr/>
          <p:nvPr/>
        </p:nvSpPr>
        <p:spPr>
          <a:xfrm flipH="1">
            <a:off x="-346922" y="22215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4" name="Google Shape;134;p9"/>
          <p:cNvSpPr/>
          <p:nvPr/>
        </p:nvSpPr>
        <p:spPr>
          <a:xfrm flipH="1">
            <a:off x="211309" y="-444616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5" name="Google Shape;135;p9"/>
          <p:cNvSpPr/>
          <p:nvPr/>
        </p:nvSpPr>
        <p:spPr>
          <a:xfrm rot="10800000" flipH="1">
            <a:off x="4932967" y="5590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6" name="Google Shape;136;p9"/>
          <p:cNvSpPr/>
          <p:nvPr/>
        </p:nvSpPr>
        <p:spPr>
          <a:xfrm rot="10800000" flipH="1">
            <a:off x="2414684" y="8474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7" name="Google Shape;137;p9"/>
          <p:cNvSpPr/>
          <p:nvPr/>
        </p:nvSpPr>
        <p:spPr>
          <a:xfrm rot="10800000" flipH="1">
            <a:off x="-442899" y="-58105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8" name="Google Shape;138;p9"/>
          <p:cNvSpPr/>
          <p:nvPr/>
        </p:nvSpPr>
        <p:spPr>
          <a:xfrm rot="10800000" flipH="1">
            <a:off x="1642700" y="14212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39" name="Google Shape;139;p9"/>
          <p:cNvSpPr/>
          <p:nvPr/>
        </p:nvSpPr>
        <p:spPr>
          <a:xfrm rot="10800000" flipH="1">
            <a:off x="145184" y="2680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58362528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>
            <a:spLocks noGrp="1"/>
          </p:cNvSpPr>
          <p:nvPr>
            <p:ph type="body" idx="1"/>
          </p:nvPr>
        </p:nvSpPr>
        <p:spPr>
          <a:xfrm>
            <a:off x="958233" y="720000"/>
            <a:ext cx="4548800" cy="12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40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2" name="Google Shape;142;p10"/>
          <p:cNvSpPr/>
          <p:nvPr/>
        </p:nvSpPr>
        <p:spPr>
          <a:xfrm flipH="1">
            <a:off x="4568413" y="4075336"/>
            <a:ext cx="7982492" cy="2836256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43" name="Google Shape;143;p10"/>
          <p:cNvSpPr/>
          <p:nvPr/>
        </p:nvSpPr>
        <p:spPr>
          <a:xfrm rot="10800000" flipH="1">
            <a:off x="7650254" y="4508707"/>
            <a:ext cx="4900647" cy="2525083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44" name="Google Shape;144;p10"/>
          <p:cNvSpPr/>
          <p:nvPr/>
        </p:nvSpPr>
        <p:spPr>
          <a:xfrm rot="315040">
            <a:off x="9741086" y="5946317"/>
            <a:ext cx="2819261" cy="13294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45" name="Google Shape;145;p10"/>
          <p:cNvSpPr/>
          <p:nvPr/>
        </p:nvSpPr>
        <p:spPr>
          <a:xfrm flipH="1">
            <a:off x="7599403" y="63791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46" name="Google Shape;146;p10"/>
          <p:cNvSpPr/>
          <p:nvPr/>
        </p:nvSpPr>
        <p:spPr>
          <a:xfrm flipH="1">
            <a:off x="10725019" y="52575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47" name="Google Shape;147;p10"/>
          <p:cNvSpPr/>
          <p:nvPr/>
        </p:nvSpPr>
        <p:spPr>
          <a:xfrm flipH="1">
            <a:off x="11301969" y="45695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48" name="Google Shape;148;p10"/>
          <p:cNvSpPr/>
          <p:nvPr/>
        </p:nvSpPr>
        <p:spPr>
          <a:xfrm flipH="1">
            <a:off x="9923036" y="4742717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56705731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 hasCustomPrompt="1"/>
          </p:nvPr>
        </p:nvSpPr>
        <p:spPr>
          <a:xfrm>
            <a:off x="1623133" y="2139200"/>
            <a:ext cx="8945600" cy="19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51" name="Google Shape;151;p11"/>
          <p:cNvSpPr txBox="1">
            <a:spLocks noGrp="1"/>
          </p:cNvSpPr>
          <p:nvPr>
            <p:ph type="body" idx="1"/>
          </p:nvPr>
        </p:nvSpPr>
        <p:spPr>
          <a:xfrm>
            <a:off x="2225100" y="4218400"/>
            <a:ext cx="7741600" cy="6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2" name="Google Shape;152;p11"/>
          <p:cNvSpPr/>
          <p:nvPr/>
        </p:nvSpPr>
        <p:spPr>
          <a:xfrm rot="10800000" flipH="1">
            <a:off x="3369533" y="5823154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3" name="Google Shape;153;p11"/>
          <p:cNvSpPr/>
          <p:nvPr/>
        </p:nvSpPr>
        <p:spPr>
          <a:xfrm>
            <a:off x="8265261" y="6074358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4" name="Google Shape;154;p11"/>
          <p:cNvSpPr/>
          <p:nvPr/>
        </p:nvSpPr>
        <p:spPr>
          <a:xfrm rot="-7520738" flipH="1">
            <a:off x="10416386" y="5013956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5" name="Google Shape;155;p11"/>
          <p:cNvSpPr/>
          <p:nvPr/>
        </p:nvSpPr>
        <p:spPr>
          <a:xfrm flipH="1">
            <a:off x="6690788" y="63008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6" name="Google Shape;156;p11"/>
          <p:cNvSpPr/>
          <p:nvPr/>
        </p:nvSpPr>
        <p:spPr>
          <a:xfrm flipH="1">
            <a:off x="10516455" y="6072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7" name="Google Shape;157;p11"/>
          <p:cNvSpPr/>
          <p:nvPr/>
        </p:nvSpPr>
        <p:spPr>
          <a:xfrm flipH="1">
            <a:off x="11537288" y="48383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8" name="Google Shape;158;p11"/>
          <p:cNvSpPr/>
          <p:nvPr/>
        </p:nvSpPr>
        <p:spPr>
          <a:xfrm flipH="1">
            <a:off x="9970021" y="58231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9" name="Google Shape;159;p11"/>
          <p:cNvSpPr/>
          <p:nvPr/>
        </p:nvSpPr>
        <p:spPr>
          <a:xfrm flipH="1">
            <a:off x="-568538" y="-112933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60" name="Google Shape;160;p11"/>
          <p:cNvSpPr/>
          <p:nvPr/>
        </p:nvSpPr>
        <p:spPr>
          <a:xfrm rot="10800000">
            <a:off x="-393045" y="-486934"/>
            <a:ext cx="411553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61" name="Google Shape;161;p11"/>
          <p:cNvSpPr/>
          <p:nvPr/>
        </p:nvSpPr>
        <p:spPr>
          <a:xfrm rot="3279262" flipH="1">
            <a:off x="-301722" y="-9221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62" name="Google Shape;162;p11"/>
          <p:cNvSpPr/>
          <p:nvPr/>
        </p:nvSpPr>
        <p:spPr>
          <a:xfrm flipH="1">
            <a:off x="1180888" y="8092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63" name="Google Shape;163;p11"/>
          <p:cNvSpPr/>
          <p:nvPr/>
        </p:nvSpPr>
        <p:spPr>
          <a:xfrm flipH="1">
            <a:off x="3301421" y="888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64" name="Google Shape;164;p11"/>
          <p:cNvSpPr/>
          <p:nvPr/>
        </p:nvSpPr>
        <p:spPr>
          <a:xfrm flipH="1">
            <a:off x="110588" y="1913600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28672492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20178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3636000" y="484367"/>
            <a:ext cx="492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"/>
          </p:nvPr>
        </p:nvSpPr>
        <p:spPr>
          <a:xfrm>
            <a:off x="5839533" y="2491967"/>
            <a:ext cx="5106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2"/>
          </p:nvPr>
        </p:nvSpPr>
        <p:spPr>
          <a:xfrm>
            <a:off x="6735451" y="2917451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3"/>
          </p:nvPr>
        </p:nvSpPr>
        <p:spPr>
          <a:xfrm>
            <a:off x="1245651" y="2491967"/>
            <a:ext cx="4920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4"/>
          </p:nvPr>
        </p:nvSpPr>
        <p:spPr>
          <a:xfrm>
            <a:off x="2048251" y="2917451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5"/>
          </p:nvPr>
        </p:nvSpPr>
        <p:spPr>
          <a:xfrm>
            <a:off x="5839467" y="5027800"/>
            <a:ext cx="5106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6"/>
          </p:nvPr>
        </p:nvSpPr>
        <p:spPr>
          <a:xfrm>
            <a:off x="6735451" y="54533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7"/>
          </p:nvPr>
        </p:nvSpPr>
        <p:spPr>
          <a:xfrm>
            <a:off x="1245651" y="5027800"/>
            <a:ext cx="4920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2048251" y="54533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 idx="9" hasCustomPrompt="1"/>
          </p:nvPr>
        </p:nvSpPr>
        <p:spPr>
          <a:xfrm>
            <a:off x="3012851" y="1561484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13" hasCustomPrompt="1"/>
          </p:nvPr>
        </p:nvSpPr>
        <p:spPr>
          <a:xfrm>
            <a:off x="7700084" y="1561484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14" hasCustomPrompt="1"/>
          </p:nvPr>
        </p:nvSpPr>
        <p:spPr>
          <a:xfrm>
            <a:off x="3012851" y="4094833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15" hasCustomPrompt="1"/>
          </p:nvPr>
        </p:nvSpPr>
        <p:spPr>
          <a:xfrm>
            <a:off x="7700084" y="4094833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6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/>
          <p:nvPr/>
        </p:nvSpPr>
        <p:spPr>
          <a:xfrm rot="-5267561">
            <a:off x="-2889154" y="3283043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1" name="Google Shape;181;p13"/>
          <p:cNvSpPr/>
          <p:nvPr/>
        </p:nvSpPr>
        <p:spPr>
          <a:xfrm rot="-5400000">
            <a:off x="-1272442" y="1671437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2" name="Google Shape;182;p13"/>
          <p:cNvSpPr/>
          <p:nvPr/>
        </p:nvSpPr>
        <p:spPr>
          <a:xfrm rot="5400000">
            <a:off x="-897100" y="55906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3" name="Google Shape;183;p13"/>
          <p:cNvSpPr/>
          <p:nvPr/>
        </p:nvSpPr>
        <p:spPr>
          <a:xfrm rot="5400000">
            <a:off x="161817" y="41772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4" name="Google Shape;184;p13"/>
          <p:cNvSpPr/>
          <p:nvPr/>
        </p:nvSpPr>
        <p:spPr>
          <a:xfrm rot="5400000">
            <a:off x="1325084" y="352951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5" name="Google Shape;185;p13"/>
          <p:cNvSpPr/>
          <p:nvPr/>
        </p:nvSpPr>
        <p:spPr>
          <a:xfrm rot="5400000">
            <a:off x="720184" y="17205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6" name="Google Shape;186;p13"/>
          <p:cNvSpPr/>
          <p:nvPr/>
        </p:nvSpPr>
        <p:spPr>
          <a:xfrm rot="5400000">
            <a:off x="588584" y="3600684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7" name="Google Shape;187;p13"/>
          <p:cNvSpPr/>
          <p:nvPr/>
        </p:nvSpPr>
        <p:spPr>
          <a:xfrm rot="5532439">
            <a:off x="8798415" y="2530048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8" name="Google Shape;188;p13"/>
          <p:cNvSpPr/>
          <p:nvPr/>
        </p:nvSpPr>
        <p:spPr>
          <a:xfrm rot="5400000">
            <a:off x="10415156" y="3894324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89" name="Google Shape;189;p13"/>
          <p:cNvSpPr/>
          <p:nvPr/>
        </p:nvSpPr>
        <p:spPr>
          <a:xfrm rot="-5400000">
            <a:off x="10435453" y="4976448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0" name="Google Shape;190;p13"/>
          <p:cNvSpPr/>
          <p:nvPr/>
        </p:nvSpPr>
        <p:spPr>
          <a:xfrm rot="-5400000">
            <a:off x="11954400" y="24590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1" name="Google Shape;191;p13"/>
          <p:cNvSpPr/>
          <p:nvPr/>
        </p:nvSpPr>
        <p:spPr>
          <a:xfrm rot="-5400000">
            <a:off x="11482833" y="50021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2" name="Google Shape;192;p13"/>
          <p:cNvSpPr/>
          <p:nvPr/>
        </p:nvSpPr>
        <p:spPr>
          <a:xfrm rot="-5400000">
            <a:off x="11614433" y="31220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93" name="Google Shape;193;p13"/>
          <p:cNvSpPr/>
          <p:nvPr/>
        </p:nvSpPr>
        <p:spPr>
          <a:xfrm rot="-5400000">
            <a:off x="10877933" y="6369832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12986317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 hasCustomPrompt="1"/>
          </p:nvPr>
        </p:nvSpPr>
        <p:spPr>
          <a:xfrm>
            <a:off x="3353884" y="3481664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6" name="Google Shape;196;p14"/>
          <p:cNvSpPr txBox="1">
            <a:spLocks noGrp="1"/>
          </p:cNvSpPr>
          <p:nvPr>
            <p:ph type="title" idx="2" hasCustomPrompt="1"/>
          </p:nvPr>
        </p:nvSpPr>
        <p:spPr>
          <a:xfrm>
            <a:off x="6711717" y="3481664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14"/>
          <p:cNvSpPr txBox="1">
            <a:spLocks noGrp="1"/>
          </p:cNvSpPr>
          <p:nvPr>
            <p:ph type="subTitle" idx="1"/>
          </p:nvPr>
        </p:nvSpPr>
        <p:spPr>
          <a:xfrm>
            <a:off x="9584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subTitle" idx="3"/>
          </p:nvPr>
        </p:nvSpPr>
        <p:spPr>
          <a:xfrm>
            <a:off x="1163367" y="287546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ubTitle" idx="4"/>
          </p:nvPr>
        </p:nvSpPr>
        <p:spPr>
          <a:xfrm>
            <a:off x="43162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0" name="Google Shape;200;p14"/>
          <p:cNvSpPr txBox="1">
            <a:spLocks noGrp="1"/>
          </p:cNvSpPr>
          <p:nvPr>
            <p:ph type="subTitle" idx="5"/>
          </p:nvPr>
        </p:nvSpPr>
        <p:spPr>
          <a:xfrm>
            <a:off x="4521200" y="2875493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6"/>
          </p:nvPr>
        </p:nvSpPr>
        <p:spPr>
          <a:xfrm>
            <a:off x="7674000" y="2188800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2" name="Google Shape;202;p14"/>
          <p:cNvSpPr txBox="1">
            <a:spLocks noGrp="1"/>
          </p:cNvSpPr>
          <p:nvPr>
            <p:ph type="subTitle" idx="7"/>
          </p:nvPr>
        </p:nvSpPr>
        <p:spPr>
          <a:xfrm>
            <a:off x="7851233" y="287546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8"/>
          </p:nvPr>
        </p:nvSpPr>
        <p:spPr>
          <a:xfrm>
            <a:off x="2355700" y="4140133"/>
            <a:ext cx="41228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9"/>
          </p:nvPr>
        </p:nvSpPr>
        <p:spPr>
          <a:xfrm>
            <a:off x="2842300" y="4826827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13"/>
          </p:nvPr>
        </p:nvSpPr>
        <p:spPr>
          <a:xfrm>
            <a:off x="5995133" y="4140133"/>
            <a:ext cx="3559600" cy="5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7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6" name="Google Shape;206;p14"/>
          <p:cNvSpPr txBox="1">
            <a:spLocks noGrp="1"/>
          </p:cNvSpPr>
          <p:nvPr>
            <p:ph type="subTitle" idx="14"/>
          </p:nvPr>
        </p:nvSpPr>
        <p:spPr>
          <a:xfrm>
            <a:off x="6200133" y="4826800"/>
            <a:ext cx="3149600" cy="9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title" idx="15" hasCustomPrompt="1"/>
          </p:nvPr>
        </p:nvSpPr>
        <p:spPr>
          <a:xfrm>
            <a:off x="1674967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4"/>
          <p:cNvSpPr txBox="1">
            <a:spLocks noGrp="1"/>
          </p:cNvSpPr>
          <p:nvPr>
            <p:ph type="title" idx="16" hasCustomPrompt="1"/>
          </p:nvPr>
        </p:nvSpPr>
        <p:spPr>
          <a:xfrm>
            <a:off x="5032800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14"/>
          <p:cNvSpPr txBox="1">
            <a:spLocks noGrp="1"/>
          </p:cNvSpPr>
          <p:nvPr>
            <p:ph type="title" idx="17" hasCustomPrompt="1"/>
          </p:nvPr>
        </p:nvSpPr>
        <p:spPr>
          <a:xfrm>
            <a:off x="8390633" y="1509656"/>
            <a:ext cx="2126400" cy="9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14"/>
          <p:cNvSpPr/>
          <p:nvPr/>
        </p:nvSpPr>
        <p:spPr>
          <a:xfrm rot="10800000" flipH="1">
            <a:off x="50570" y="5833112"/>
            <a:ext cx="3340017" cy="1024987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1" name="Google Shape;211;p14"/>
          <p:cNvSpPr/>
          <p:nvPr/>
        </p:nvSpPr>
        <p:spPr>
          <a:xfrm rot="10800000">
            <a:off x="8190315" y="5986753"/>
            <a:ext cx="3459660" cy="91268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2" name="Google Shape;212;p14"/>
          <p:cNvSpPr/>
          <p:nvPr/>
        </p:nvSpPr>
        <p:spPr>
          <a:xfrm rot="10800000" flipH="1">
            <a:off x="8843178" y="5651433"/>
            <a:ext cx="5039673" cy="1248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3" name="Google Shape;213;p14"/>
          <p:cNvSpPr/>
          <p:nvPr/>
        </p:nvSpPr>
        <p:spPr>
          <a:xfrm flipH="1">
            <a:off x="-7" y="5693134"/>
            <a:ext cx="2691040" cy="116507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4" name="Google Shape;214;p14"/>
          <p:cNvSpPr/>
          <p:nvPr/>
        </p:nvSpPr>
        <p:spPr>
          <a:xfrm>
            <a:off x="-1" y="5693048"/>
            <a:ext cx="2290565" cy="11647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5" name="Google Shape;215;p14"/>
          <p:cNvSpPr/>
          <p:nvPr/>
        </p:nvSpPr>
        <p:spPr>
          <a:xfrm rot="10800000">
            <a:off x="9283203" y="5803116"/>
            <a:ext cx="3459768" cy="1096317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8"/>
          </p:nvPr>
        </p:nvSpPr>
        <p:spPr>
          <a:xfrm>
            <a:off x="3636000" y="484367"/>
            <a:ext cx="492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 rot="5400000">
            <a:off x="3122308" y="6413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8" name="Google Shape;218;p14"/>
          <p:cNvSpPr/>
          <p:nvPr/>
        </p:nvSpPr>
        <p:spPr>
          <a:xfrm rot="5400000">
            <a:off x="1319392" y="62797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19" name="Google Shape;219;p14"/>
          <p:cNvSpPr/>
          <p:nvPr/>
        </p:nvSpPr>
        <p:spPr>
          <a:xfrm rot="-5400000">
            <a:off x="2246541" y="6209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20" name="Google Shape;220;p14"/>
          <p:cNvSpPr/>
          <p:nvPr/>
        </p:nvSpPr>
        <p:spPr>
          <a:xfrm rot="5400000">
            <a:off x="444441" y="54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21" name="Google Shape;221;p14"/>
          <p:cNvSpPr/>
          <p:nvPr/>
        </p:nvSpPr>
        <p:spPr>
          <a:xfrm rot="5400000">
            <a:off x="11540741" y="5524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22" name="Google Shape;222;p14"/>
          <p:cNvSpPr/>
          <p:nvPr/>
        </p:nvSpPr>
        <p:spPr>
          <a:xfrm rot="-5400000">
            <a:off x="9823641" y="59320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23" name="Google Shape;223;p14"/>
          <p:cNvSpPr/>
          <p:nvPr/>
        </p:nvSpPr>
        <p:spPr>
          <a:xfrm rot="5400000">
            <a:off x="7897541" y="64591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2547950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>
            <a:spLocks noGrp="1"/>
          </p:cNvSpPr>
          <p:nvPr>
            <p:ph type="title"/>
          </p:nvPr>
        </p:nvSpPr>
        <p:spPr>
          <a:xfrm>
            <a:off x="4497800" y="3917767"/>
            <a:ext cx="5392000" cy="6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100"/>
              <a:buNone/>
              <a:defRPr sz="4000"/>
            </a:lvl1pPr>
            <a:lvl2pPr lvl="1" rtl="0">
              <a:spcBef>
                <a:spcPts val="2133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1"/>
          </p:nvPr>
        </p:nvSpPr>
        <p:spPr>
          <a:xfrm>
            <a:off x="2302200" y="2118233"/>
            <a:ext cx="7587600" cy="14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26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3069101" y="-108066"/>
            <a:ext cx="7297068" cy="1656177"/>
          </a:xfrm>
          <a:custGeom>
            <a:avLst/>
            <a:gdLst/>
            <a:ahLst/>
            <a:cxnLst/>
            <a:rect l="l" t="t" r="r" b="b"/>
            <a:pathLst>
              <a:path w="113987" h="48554" extrusionOk="0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28" name="Google Shape;228;p15"/>
          <p:cNvSpPr/>
          <p:nvPr/>
        </p:nvSpPr>
        <p:spPr>
          <a:xfrm rot="10800000">
            <a:off x="4140987" y="-429169"/>
            <a:ext cx="3225747" cy="114916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29" name="Google Shape;229;p15"/>
          <p:cNvSpPr/>
          <p:nvPr/>
        </p:nvSpPr>
        <p:spPr>
          <a:xfrm rot="-5400000">
            <a:off x="6792151" y="-902353"/>
            <a:ext cx="1292256" cy="2387871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0" name="Google Shape;230;p15"/>
          <p:cNvSpPr/>
          <p:nvPr/>
        </p:nvSpPr>
        <p:spPr>
          <a:xfrm rot="5400000">
            <a:off x="8738584" y="6110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1" name="Google Shape;231;p15"/>
          <p:cNvSpPr/>
          <p:nvPr/>
        </p:nvSpPr>
        <p:spPr>
          <a:xfrm rot="5400000">
            <a:off x="6030384" y="86575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2" name="Google Shape;232;p15"/>
          <p:cNvSpPr/>
          <p:nvPr/>
        </p:nvSpPr>
        <p:spPr>
          <a:xfrm rot="5400000">
            <a:off x="10739717" y="12511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3" name="Google Shape;233;p15"/>
          <p:cNvSpPr/>
          <p:nvPr/>
        </p:nvSpPr>
        <p:spPr>
          <a:xfrm rot="5400000">
            <a:off x="3804484" y="402317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4" name="Google Shape;234;p15"/>
          <p:cNvSpPr/>
          <p:nvPr/>
        </p:nvSpPr>
        <p:spPr>
          <a:xfrm rot="5400000">
            <a:off x="3201717" y="719784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5" name="Google Shape;235;p15"/>
          <p:cNvSpPr/>
          <p:nvPr/>
        </p:nvSpPr>
        <p:spPr>
          <a:xfrm rot="10800000">
            <a:off x="2427964" y="5309824"/>
            <a:ext cx="7437272" cy="1656177"/>
          </a:xfrm>
          <a:custGeom>
            <a:avLst/>
            <a:gdLst/>
            <a:ahLst/>
            <a:cxnLst/>
            <a:rect l="l" t="t" r="r" b="b"/>
            <a:pathLst>
              <a:path w="113987" h="48554" extrusionOk="0">
                <a:moveTo>
                  <a:pt x="1" y="1"/>
                </a:moveTo>
                <a:cubicBezTo>
                  <a:pt x="1664" y="4622"/>
                  <a:pt x="7395" y="8627"/>
                  <a:pt x="14480" y="9243"/>
                </a:cubicBezTo>
                <a:cubicBezTo>
                  <a:pt x="15269" y="9310"/>
                  <a:pt x="16057" y="9341"/>
                  <a:pt x="16844" y="9341"/>
                </a:cubicBezTo>
                <a:cubicBezTo>
                  <a:pt x="26954" y="9341"/>
                  <a:pt x="36902" y="4191"/>
                  <a:pt x="46543" y="4191"/>
                </a:cubicBezTo>
                <a:cubicBezTo>
                  <a:pt x="48520" y="4191"/>
                  <a:pt x="50484" y="4408"/>
                  <a:pt x="52434" y="4930"/>
                </a:cubicBezTo>
                <a:cubicBezTo>
                  <a:pt x="59335" y="6717"/>
                  <a:pt x="63032" y="11831"/>
                  <a:pt x="63833" y="16760"/>
                </a:cubicBezTo>
                <a:cubicBezTo>
                  <a:pt x="64634" y="21750"/>
                  <a:pt x="63155" y="26680"/>
                  <a:pt x="62970" y="31609"/>
                </a:cubicBezTo>
                <a:cubicBezTo>
                  <a:pt x="62847" y="36538"/>
                  <a:pt x="64264" y="41898"/>
                  <a:pt x="69563" y="45349"/>
                </a:cubicBezTo>
                <a:cubicBezTo>
                  <a:pt x="73005" y="47564"/>
                  <a:pt x="77580" y="48553"/>
                  <a:pt x="82312" y="48553"/>
                </a:cubicBezTo>
                <a:cubicBezTo>
                  <a:pt x="88505" y="48553"/>
                  <a:pt x="94967" y="46857"/>
                  <a:pt x="99507" y="43993"/>
                </a:cubicBezTo>
                <a:cubicBezTo>
                  <a:pt x="107579" y="38941"/>
                  <a:pt x="110906" y="31362"/>
                  <a:pt x="112508" y="24030"/>
                </a:cubicBezTo>
                <a:cubicBezTo>
                  <a:pt x="113987" y="17253"/>
                  <a:pt x="112262" y="3821"/>
                  <a:pt x="1038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6" name="Google Shape;236;p15"/>
          <p:cNvSpPr/>
          <p:nvPr/>
        </p:nvSpPr>
        <p:spPr>
          <a:xfrm>
            <a:off x="5567584" y="6137925"/>
            <a:ext cx="3225747" cy="1149169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7" name="Google Shape;237;p15"/>
          <p:cNvSpPr/>
          <p:nvPr/>
        </p:nvSpPr>
        <p:spPr>
          <a:xfrm rot="5400000">
            <a:off x="5064076" y="5254274"/>
            <a:ext cx="1292256" cy="2387871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8" name="Google Shape;238;p15"/>
          <p:cNvSpPr/>
          <p:nvPr/>
        </p:nvSpPr>
        <p:spPr>
          <a:xfrm rot="-5400000">
            <a:off x="3804500" y="5817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9" name="Google Shape;239;p15"/>
          <p:cNvSpPr/>
          <p:nvPr/>
        </p:nvSpPr>
        <p:spPr>
          <a:xfrm rot="-5400000">
            <a:off x="6772733" y="58605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0" name="Google Shape;240;p15"/>
          <p:cNvSpPr/>
          <p:nvPr/>
        </p:nvSpPr>
        <p:spPr>
          <a:xfrm rot="-5400000">
            <a:off x="2073333" y="64554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1" name="Google Shape;241;p15"/>
          <p:cNvSpPr/>
          <p:nvPr/>
        </p:nvSpPr>
        <p:spPr>
          <a:xfrm rot="-5400000">
            <a:off x="8911833" y="6237608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2" name="Google Shape;242;p15"/>
          <p:cNvSpPr/>
          <p:nvPr/>
        </p:nvSpPr>
        <p:spPr>
          <a:xfrm rot="-5400000">
            <a:off x="9601400" y="6006541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6875042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 rot="10800000" flipH="1">
            <a:off x="-46597" y="5833212"/>
            <a:ext cx="3340017" cy="1024987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5" name="Google Shape;245;p16"/>
          <p:cNvSpPr/>
          <p:nvPr/>
        </p:nvSpPr>
        <p:spPr>
          <a:xfrm flipH="1">
            <a:off x="8190315" y="1"/>
            <a:ext cx="3459660" cy="91268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6" name="Google Shape;246;p16"/>
          <p:cNvSpPr/>
          <p:nvPr/>
        </p:nvSpPr>
        <p:spPr>
          <a:xfrm>
            <a:off x="8843178" y="0"/>
            <a:ext cx="5039673" cy="1248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7" name="Google Shape;247;p16"/>
          <p:cNvSpPr/>
          <p:nvPr/>
        </p:nvSpPr>
        <p:spPr>
          <a:xfrm flipH="1">
            <a:off x="-7" y="5693134"/>
            <a:ext cx="2691040" cy="116507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8" name="Google Shape;248;p16"/>
          <p:cNvSpPr/>
          <p:nvPr/>
        </p:nvSpPr>
        <p:spPr>
          <a:xfrm>
            <a:off x="-1" y="5693048"/>
            <a:ext cx="2290565" cy="11647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49" name="Google Shape;249;p16"/>
          <p:cNvSpPr/>
          <p:nvPr/>
        </p:nvSpPr>
        <p:spPr>
          <a:xfrm flipH="1">
            <a:off x="9283203" y="0"/>
            <a:ext cx="3459768" cy="1096317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0" name="Google Shape;250;p16"/>
          <p:cNvSpPr/>
          <p:nvPr/>
        </p:nvSpPr>
        <p:spPr>
          <a:xfrm rot="9281215" flipH="1">
            <a:off x="9285063" y="5604975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1" name="Google Shape;251;p16"/>
          <p:cNvSpPr/>
          <p:nvPr/>
        </p:nvSpPr>
        <p:spPr>
          <a:xfrm rot="9280772" flipH="1">
            <a:off x="8026051" y="5862083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2" name="Google Shape;252;p16"/>
          <p:cNvSpPr/>
          <p:nvPr/>
        </p:nvSpPr>
        <p:spPr>
          <a:xfrm rot="9281383">
            <a:off x="8018716" y="5198448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3" name="Google Shape;253;p16"/>
          <p:cNvSpPr/>
          <p:nvPr/>
        </p:nvSpPr>
        <p:spPr>
          <a:xfrm rot="10800000" flipH="1">
            <a:off x="-1166039" y="84844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4" name="Google Shape;254;p16"/>
          <p:cNvSpPr/>
          <p:nvPr/>
        </p:nvSpPr>
        <p:spPr>
          <a:xfrm rot="9367883">
            <a:off x="-1521305" y="-45072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5" name="Google Shape;255;p16"/>
          <p:cNvSpPr/>
          <p:nvPr/>
        </p:nvSpPr>
        <p:spPr>
          <a:xfrm rot="9944222" flipH="1">
            <a:off x="-2236412" y="-392859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6" name="Google Shape;256;p16"/>
          <p:cNvSpPr txBox="1">
            <a:spLocks noGrp="1"/>
          </p:cNvSpPr>
          <p:nvPr>
            <p:ph type="title"/>
          </p:nvPr>
        </p:nvSpPr>
        <p:spPr>
          <a:xfrm>
            <a:off x="3400000" y="4386999"/>
            <a:ext cx="5392000" cy="6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1"/>
          </p:nvPr>
        </p:nvSpPr>
        <p:spPr>
          <a:xfrm>
            <a:off x="3000200" y="1807401"/>
            <a:ext cx="6191600" cy="22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3200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2400"/>
              <a:buNone/>
              <a:defRPr sz="32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 rot="5400000">
            <a:off x="3122308" y="6413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9" name="Google Shape;259;p16"/>
          <p:cNvSpPr/>
          <p:nvPr/>
        </p:nvSpPr>
        <p:spPr>
          <a:xfrm rot="5400000">
            <a:off x="1319392" y="62797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0" name="Google Shape;260;p16"/>
          <p:cNvSpPr/>
          <p:nvPr/>
        </p:nvSpPr>
        <p:spPr>
          <a:xfrm rot="-5400000">
            <a:off x="2246541" y="6209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1" name="Google Shape;261;p16"/>
          <p:cNvSpPr/>
          <p:nvPr/>
        </p:nvSpPr>
        <p:spPr>
          <a:xfrm rot="5400000">
            <a:off x="444441" y="54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2" name="Google Shape;262;p16"/>
          <p:cNvSpPr/>
          <p:nvPr/>
        </p:nvSpPr>
        <p:spPr>
          <a:xfrm rot="5400000">
            <a:off x="1276008" y="8010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3" name="Google Shape;263;p16"/>
          <p:cNvSpPr/>
          <p:nvPr/>
        </p:nvSpPr>
        <p:spPr>
          <a:xfrm rot="5400000">
            <a:off x="11419859" y="6456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4" name="Google Shape;264;p16"/>
          <p:cNvSpPr/>
          <p:nvPr/>
        </p:nvSpPr>
        <p:spPr>
          <a:xfrm rot="-5400000">
            <a:off x="313041" y="13379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5" name="Google Shape;265;p16"/>
          <p:cNvSpPr/>
          <p:nvPr/>
        </p:nvSpPr>
        <p:spPr>
          <a:xfrm rot="5400000">
            <a:off x="1969441" y="187725"/>
            <a:ext cx="218000" cy="21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6" name="Google Shape;266;p16"/>
          <p:cNvSpPr/>
          <p:nvPr/>
        </p:nvSpPr>
        <p:spPr>
          <a:xfrm rot="5400000">
            <a:off x="10977541" y="57836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7" name="Google Shape;267;p16"/>
          <p:cNvSpPr/>
          <p:nvPr/>
        </p:nvSpPr>
        <p:spPr>
          <a:xfrm rot="5400000">
            <a:off x="9854525" y="60784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8" name="Google Shape;268;p16"/>
          <p:cNvSpPr/>
          <p:nvPr/>
        </p:nvSpPr>
        <p:spPr>
          <a:xfrm rot="-5400000">
            <a:off x="11881441" y="47435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9" name="Google Shape;269;p16"/>
          <p:cNvSpPr/>
          <p:nvPr/>
        </p:nvSpPr>
        <p:spPr>
          <a:xfrm rot="5400000">
            <a:off x="9728808" y="6946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58288328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>
            <a:spLocks noGrp="1"/>
          </p:cNvSpPr>
          <p:nvPr>
            <p:ph type="title"/>
          </p:nvPr>
        </p:nvSpPr>
        <p:spPr>
          <a:xfrm>
            <a:off x="946667" y="2560267"/>
            <a:ext cx="9455600" cy="16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2" name="Google Shape;272;p17"/>
          <p:cNvSpPr txBox="1">
            <a:spLocks noGrp="1"/>
          </p:cNvSpPr>
          <p:nvPr>
            <p:ph type="title" idx="2" hasCustomPrompt="1"/>
          </p:nvPr>
        </p:nvSpPr>
        <p:spPr>
          <a:xfrm>
            <a:off x="946667" y="1248100"/>
            <a:ext cx="39104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66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73" name="Google Shape;273;p17"/>
          <p:cNvSpPr txBox="1">
            <a:spLocks noGrp="1"/>
          </p:cNvSpPr>
          <p:nvPr>
            <p:ph type="subTitle" idx="1"/>
          </p:nvPr>
        </p:nvSpPr>
        <p:spPr>
          <a:xfrm>
            <a:off x="946667" y="4266833"/>
            <a:ext cx="6372800" cy="10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 rot="10800000">
            <a:off x="5059633" y="4701633"/>
            <a:ext cx="7026000" cy="215640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5" name="Google Shape;275;p17"/>
          <p:cNvSpPr/>
          <p:nvPr/>
        </p:nvSpPr>
        <p:spPr>
          <a:xfrm flipH="1">
            <a:off x="5439212" y="0"/>
            <a:ext cx="5131661" cy="135386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6" name="Google Shape;276;p17"/>
          <p:cNvSpPr/>
          <p:nvPr/>
        </p:nvSpPr>
        <p:spPr>
          <a:xfrm>
            <a:off x="6407814" y="0"/>
            <a:ext cx="7475269" cy="1851176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7" name="Google Shape;277;p17"/>
          <p:cNvSpPr/>
          <p:nvPr/>
        </p:nvSpPr>
        <p:spPr>
          <a:xfrm>
            <a:off x="6531046" y="4407379"/>
            <a:ext cx="5661087" cy="2450735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8" name="Google Shape;278;p17"/>
          <p:cNvSpPr/>
          <p:nvPr/>
        </p:nvSpPr>
        <p:spPr>
          <a:xfrm flipH="1">
            <a:off x="7372983" y="4407200"/>
            <a:ext cx="4819032" cy="2450509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9" name="Google Shape;279;p17"/>
          <p:cNvSpPr/>
          <p:nvPr/>
        </p:nvSpPr>
        <p:spPr>
          <a:xfrm flipH="1">
            <a:off x="7061202" y="0"/>
            <a:ext cx="5130813" cy="1625813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0" name="Google Shape;280;p17"/>
          <p:cNvSpPr/>
          <p:nvPr/>
        </p:nvSpPr>
        <p:spPr>
          <a:xfrm rot="5400000">
            <a:off x="9692675" y="1407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1" name="Google Shape;281;p17"/>
          <p:cNvSpPr/>
          <p:nvPr/>
        </p:nvSpPr>
        <p:spPr>
          <a:xfrm rot="5400000">
            <a:off x="7889759" y="12743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2" name="Google Shape;282;p17"/>
          <p:cNvSpPr/>
          <p:nvPr/>
        </p:nvSpPr>
        <p:spPr>
          <a:xfrm rot="-5400000">
            <a:off x="8816908" y="1204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3" name="Google Shape;283;p17"/>
          <p:cNvSpPr/>
          <p:nvPr/>
        </p:nvSpPr>
        <p:spPr>
          <a:xfrm rot="5400000">
            <a:off x="7014808" y="4280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4" name="Google Shape;284;p17"/>
          <p:cNvSpPr/>
          <p:nvPr/>
        </p:nvSpPr>
        <p:spPr>
          <a:xfrm rot="-5400000" flipH="1">
            <a:off x="5788908" y="63377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5" name="Google Shape;285;p17"/>
          <p:cNvSpPr/>
          <p:nvPr/>
        </p:nvSpPr>
        <p:spPr>
          <a:xfrm rot="5400000" flipH="1">
            <a:off x="7101408" y="57725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6" name="Google Shape;286;p17"/>
          <p:cNvSpPr/>
          <p:nvPr/>
        </p:nvSpPr>
        <p:spPr>
          <a:xfrm rot="-5400000" flipH="1">
            <a:off x="9474675" y="4899608"/>
            <a:ext cx="218000" cy="21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65642202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title" idx="2" hasCustomPrompt="1"/>
          </p:nvPr>
        </p:nvSpPr>
        <p:spPr>
          <a:xfrm>
            <a:off x="1179731" y="1998851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1"/>
          </p:nvPr>
        </p:nvSpPr>
        <p:spPr>
          <a:xfrm>
            <a:off x="1465931" y="2942817"/>
            <a:ext cx="3694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title" idx="3" hasCustomPrompt="1"/>
          </p:nvPr>
        </p:nvSpPr>
        <p:spPr>
          <a:xfrm>
            <a:off x="6745064" y="1998851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4"/>
          </p:nvPr>
        </p:nvSpPr>
        <p:spPr>
          <a:xfrm>
            <a:off x="7031233" y="2942833"/>
            <a:ext cx="3694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title" idx="5" hasCustomPrompt="1"/>
          </p:nvPr>
        </p:nvSpPr>
        <p:spPr>
          <a:xfrm>
            <a:off x="3962397" y="4145967"/>
            <a:ext cx="42672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6"/>
          </p:nvPr>
        </p:nvSpPr>
        <p:spPr>
          <a:xfrm>
            <a:off x="4248597" y="5089233"/>
            <a:ext cx="369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 rot="10800000" flipH="1">
            <a:off x="8835768" y="5063337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96" name="Google Shape;296;p18"/>
          <p:cNvSpPr/>
          <p:nvPr/>
        </p:nvSpPr>
        <p:spPr>
          <a:xfrm rot="10800000" flipH="1">
            <a:off x="8382701" y="6120386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97" name="Google Shape;297;p18"/>
          <p:cNvSpPr/>
          <p:nvPr/>
        </p:nvSpPr>
        <p:spPr>
          <a:xfrm flipH="1">
            <a:off x="8319867" y="63230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98" name="Google Shape;298;p18"/>
          <p:cNvSpPr/>
          <p:nvPr/>
        </p:nvSpPr>
        <p:spPr>
          <a:xfrm flipH="1">
            <a:off x="10491451" y="597878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99" name="Google Shape;299;p18"/>
          <p:cNvSpPr/>
          <p:nvPr/>
        </p:nvSpPr>
        <p:spPr>
          <a:xfrm flipH="1">
            <a:off x="9995753" y="5449523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0" name="Google Shape;300;p18"/>
          <p:cNvSpPr/>
          <p:nvPr/>
        </p:nvSpPr>
        <p:spPr>
          <a:xfrm flipH="1">
            <a:off x="10840100" y="54495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1" name="Google Shape;301;p18"/>
          <p:cNvSpPr/>
          <p:nvPr/>
        </p:nvSpPr>
        <p:spPr>
          <a:xfrm flipH="1">
            <a:off x="11803117" y="459305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2" name="Google Shape;302;p18"/>
          <p:cNvSpPr/>
          <p:nvPr/>
        </p:nvSpPr>
        <p:spPr>
          <a:xfrm flipH="1">
            <a:off x="-332134" y="109445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3" name="Google Shape;303;p18"/>
          <p:cNvSpPr/>
          <p:nvPr/>
        </p:nvSpPr>
        <p:spPr>
          <a:xfrm flipH="1">
            <a:off x="54305" y="-352349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4" name="Google Shape;304;p18"/>
          <p:cNvSpPr/>
          <p:nvPr/>
        </p:nvSpPr>
        <p:spPr>
          <a:xfrm rot="10800000" flipH="1">
            <a:off x="1541751" y="5734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5" name="Google Shape;305;p18"/>
          <p:cNvSpPr/>
          <p:nvPr/>
        </p:nvSpPr>
        <p:spPr>
          <a:xfrm rot="10800000" flipH="1">
            <a:off x="-398700" y="-84686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6" name="Google Shape;306;p18"/>
          <p:cNvSpPr/>
          <p:nvPr/>
        </p:nvSpPr>
        <p:spPr>
          <a:xfrm rot="10800000" flipH="1">
            <a:off x="1279900" y="118905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7" name="Google Shape;307;p18"/>
          <p:cNvSpPr/>
          <p:nvPr/>
        </p:nvSpPr>
        <p:spPr>
          <a:xfrm flipH="1">
            <a:off x="3737300" y="3095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8" name="Google Shape;308;p18"/>
          <p:cNvSpPr/>
          <p:nvPr/>
        </p:nvSpPr>
        <p:spPr>
          <a:xfrm rot="10800000" flipH="1">
            <a:off x="230084" y="19591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11474140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2773400" y="3629151"/>
            <a:ext cx="5426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title" hasCustomPrompt="1"/>
          </p:nvPr>
        </p:nvSpPr>
        <p:spPr>
          <a:xfrm>
            <a:off x="2913801" y="2809551"/>
            <a:ext cx="5145200" cy="9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2"/>
          </p:nvPr>
        </p:nvSpPr>
        <p:spPr>
          <a:xfrm>
            <a:off x="5253167" y="5414567"/>
            <a:ext cx="5612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title" idx="3" hasCustomPrompt="1"/>
          </p:nvPr>
        </p:nvSpPr>
        <p:spPr>
          <a:xfrm>
            <a:off x="5486567" y="4594967"/>
            <a:ext cx="5145200" cy="9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4"/>
          </p:nvPr>
        </p:nvSpPr>
        <p:spPr>
          <a:xfrm>
            <a:off x="200967" y="1843733"/>
            <a:ext cx="5426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title" idx="5" hasCustomPrompt="1"/>
          </p:nvPr>
        </p:nvSpPr>
        <p:spPr>
          <a:xfrm>
            <a:off x="341367" y="1024133"/>
            <a:ext cx="5145200" cy="9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316" name="Google Shape;316;p19"/>
          <p:cNvSpPr/>
          <p:nvPr/>
        </p:nvSpPr>
        <p:spPr>
          <a:xfrm flipH="1">
            <a:off x="5252842" y="163"/>
            <a:ext cx="6835569" cy="2097619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17" name="Google Shape;317;p19"/>
          <p:cNvSpPr/>
          <p:nvPr/>
        </p:nvSpPr>
        <p:spPr>
          <a:xfrm rot="10800000" flipH="1">
            <a:off x="1696943" y="5473395"/>
            <a:ext cx="5249311" cy="138480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18" name="Google Shape;318;p19"/>
          <p:cNvSpPr/>
          <p:nvPr/>
        </p:nvSpPr>
        <p:spPr>
          <a:xfrm rot="10800000">
            <a:off x="-1743777" y="4964652"/>
            <a:ext cx="7646707" cy="1893541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19" name="Google Shape;319;p19"/>
          <p:cNvSpPr/>
          <p:nvPr/>
        </p:nvSpPr>
        <p:spPr>
          <a:xfrm rot="10800000" flipH="1">
            <a:off x="6684624" y="54"/>
            <a:ext cx="5507776" cy="238426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0" name="Google Shape;320;p19"/>
          <p:cNvSpPr/>
          <p:nvPr/>
        </p:nvSpPr>
        <p:spPr>
          <a:xfrm rot="10800000">
            <a:off x="7505040" y="652"/>
            <a:ext cx="4686864" cy="2383837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1" name="Google Shape;321;p19"/>
          <p:cNvSpPr/>
          <p:nvPr/>
        </p:nvSpPr>
        <p:spPr>
          <a:xfrm rot="10800000" flipH="1">
            <a:off x="-13986" y="5194622"/>
            <a:ext cx="5249473" cy="1663573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2" name="Google Shape;322;p19"/>
          <p:cNvSpPr/>
          <p:nvPr/>
        </p:nvSpPr>
        <p:spPr>
          <a:xfrm rot="5400000">
            <a:off x="4212592" y="56645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3" name="Google Shape;323;p19"/>
          <p:cNvSpPr/>
          <p:nvPr/>
        </p:nvSpPr>
        <p:spPr>
          <a:xfrm rot="5400000">
            <a:off x="2037775" y="56865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4" name="Google Shape;324;p19"/>
          <p:cNvSpPr/>
          <p:nvPr/>
        </p:nvSpPr>
        <p:spPr>
          <a:xfrm rot="-5400000">
            <a:off x="2964925" y="5616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5" name="Google Shape;325;p19"/>
          <p:cNvSpPr/>
          <p:nvPr/>
        </p:nvSpPr>
        <p:spPr>
          <a:xfrm rot="5400000">
            <a:off x="1162825" y="4840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6" name="Google Shape;326;p19"/>
          <p:cNvSpPr/>
          <p:nvPr/>
        </p:nvSpPr>
        <p:spPr>
          <a:xfrm rot="5400000">
            <a:off x="9095941" y="1052775"/>
            <a:ext cx="218000" cy="218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7" name="Google Shape;327;p19"/>
          <p:cNvSpPr/>
          <p:nvPr/>
        </p:nvSpPr>
        <p:spPr>
          <a:xfrm rot="5400000">
            <a:off x="6946459" y="10959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8" name="Google Shape;328;p19"/>
          <p:cNvSpPr/>
          <p:nvPr/>
        </p:nvSpPr>
        <p:spPr>
          <a:xfrm rot="-5400000">
            <a:off x="9667275" y="23842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9" name="Google Shape;329;p19"/>
          <p:cNvSpPr/>
          <p:nvPr/>
        </p:nvSpPr>
        <p:spPr>
          <a:xfrm rot="5400000">
            <a:off x="5842841" y="1628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22680930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2838833" y="484367"/>
            <a:ext cx="65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 flipH="1">
            <a:off x="-188690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33" name="Google Shape;333;p20"/>
          <p:cNvSpPr/>
          <p:nvPr/>
        </p:nvSpPr>
        <p:spPr>
          <a:xfrm rot="10800000" flipH="1">
            <a:off x="-321730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34" name="Google Shape;334;p20"/>
          <p:cNvSpPr/>
          <p:nvPr/>
        </p:nvSpPr>
        <p:spPr>
          <a:xfrm rot="-10484947">
            <a:off x="-930553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35" name="Google Shape;335;p20"/>
          <p:cNvSpPr/>
          <p:nvPr/>
        </p:nvSpPr>
        <p:spPr>
          <a:xfrm rot="10800000" flipH="1">
            <a:off x="2345684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36" name="Google Shape;336;p20"/>
          <p:cNvSpPr/>
          <p:nvPr/>
        </p:nvSpPr>
        <p:spPr>
          <a:xfrm rot="10800000" flipH="1">
            <a:off x="1159135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37" name="Google Shape;337;p20"/>
          <p:cNvSpPr/>
          <p:nvPr/>
        </p:nvSpPr>
        <p:spPr>
          <a:xfrm rot="10800000" flipH="1">
            <a:off x="121535" y="1683112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74504569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 rot="1518785">
            <a:off x="9272764" y="155822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1" name="Google Shape;341;p21"/>
          <p:cNvSpPr/>
          <p:nvPr/>
        </p:nvSpPr>
        <p:spPr>
          <a:xfrm rot="1519228">
            <a:off x="8013752" y="-781147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2" name="Google Shape;342;p21"/>
          <p:cNvSpPr/>
          <p:nvPr/>
        </p:nvSpPr>
        <p:spPr>
          <a:xfrm rot="1518617" flipH="1">
            <a:off x="8006417" y="-670819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3" name="Google Shape;343;p21"/>
          <p:cNvSpPr/>
          <p:nvPr/>
        </p:nvSpPr>
        <p:spPr>
          <a:xfrm rot="-5400000">
            <a:off x="8785508" y="220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4" name="Google Shape;344;p21"/>
          <p:cNvSpPr/>
          <p:nvPr/>
        </p:nvSpPr>
        <p:spPr>
          <a:xfrm rot="-5400000">
            <a:off x="10675225" y="4401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5" name="Google Shape;345;p21"/>
          <p:cNvSpPr/>
          <p:nvPr/>
        </p:nvSpPr>
        <p:spPr>
          <a:xfrm rot="5400000">
            <a:off x="9748075" y="5102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46" name="Google Shape;346;p21"/>
          <p:cNvSpPr/>
          <p:nvPr/>
        </p:nvSpPr>
        <p:spPr>
          <a:xfrm rot="-5400000">
            <a:off x="11463375" y="12000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85652263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9" name="Google Shape;349;p22"/>
          <p:cNvSpPr/>
          <p:nvPr/>
        </p:nvSpPr>
        <p:spPr>
          <a:xfrm>
            <a:off x="79994" y="140"/>
            <a:ext cx="4265252" cy="130900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0" name="Google Shape;350;p22"/>
          <p:cNvSpPr/>
          <p:nvPr/>
        </p:nvSpPr>
        <p:spPr>
          <a:xfrm rot="10800000">
            <a:off x="15566" y="-213"/>
            <a:ext cx="3436647" cy="1488167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1" name="Google Shape;351;p22"/>
          <p:cNvSpPr/>
          <p:nvPr/>
        </p:nvSpPr>
        <p:spPr>
          <a:xfrm rot="10800000" flipH="1">
            <a:off x="15409" y="371"/>
            <a:ext cx="2924969" cy="14876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2" name="Google Shape;352;p22"/>
          <p:cNvSpPr/>
          <p:nvPr/>
        </p:nvSpPr>
        <p:spPr>
          <a:xfrm rot="5400000" flipH="1">
            <a:off x="4345241" y="266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3" name="Google Shape;353;p22"/>
          <p:cNvSpPr/>
          <p:nvPr/>
        </p:nvSpPr>
        <p:spPr>
          <a:xfrm rot="5400000" flipH="1">
            <a:off x="1696892" y="592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4" name="Google Shape;354;p22"/>
          <p:cNvSpPr/>
          <p:nvPr/>
        </p:nvSpPr>
        <p:spPr>
          <a:xfrm rot="5400000" flipH="1">
            <a:off x="502008" y="1811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26899941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>
            <a:spLocks noGrp="1"/>
          </p:cNvSpPr>
          <p:nvPr>
            <p:ph type="title"/>
          </p:nvPr>
        </p:nvSpPr>
        <p:spPr>
          <a:xfrm>
            <a:off x="947367" y="2633167"/>
            <a:ext cx="2764800" cy="15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 rot="5400000">
            <a:off x="8138036" y="2782881"/>
            <a:ext cx="6836563" cy="1271367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8" name="Google Shape;358;p23"/>
          <p:cNvSpPr/>
          <p:nvPr/>
        </p:nvSpPr>
        <p:spPr>
          <a:xfrm rot="5400000">
            <a:off x="8231893" y="2897778"/>
            <a:ext cx="6857603" cy="1062612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59" name="Google Shape;359;p23"/>
          <p:cNvSpPr/>
          <p:nvPr/>
        </p:nvSpPr>
        <p:spPr>
          <a:xfrm rot="5400000" flipH="1">
            <a:off x="8191526" y="2857526"/>
            <a:ext cx="6857783" cy="114316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0" name="Google Shape;360;p23"/>
          <p:cNvSpPr/>
          <p:nvPr/>
        </p:nvSpPr>
        <p:spPr>
          <a:xfrm rot="10800000">
            <a:off x="10920625" y="39006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1" name="Google Shape;361;p23"/>
          <p:cNvSpPr/>
          <p:nvPr/>
        </p:nvSpPr>
        <p:spPr>
          <a:xfrm rot="10800000">
            <a:off x="11251441" y="24121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2" name="Google Shape;362;p23"/>
          <p:cNvSpPr/>
          <p:nvPr/>
        </p:nvSpPr>
        <p:spPr>
          <a:xfrm>
            <a:off x="10964025" y="60087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3" name="Google Shape;363;p23"/>
          <p:cNvSpPr/>
          <p:nvPr/>
        </p:nvSpPr>
        <p:spPr>
          <a:xfrm rot="10800000">
            <a:off x="10790759" y="4767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08476586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 rot="-3280717" flipH="1">
            <a:off x="10375657" y="5056961"/>
            <a:ext cx="3257528" cy="125331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7" name="Google Shape;367;p24"/>
          <p:cNvSpPr/>
          <p:nvPr/>
        </p:nvSpPr>
        <p:spPr>
          <a:xfrm rot="-4712503">
            <a:off x="10171575" y="5272653"/>
            <a:ext cx="4205247" cy="149477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8" name="Google Shape;368;p24"/>
          <p:cNvSpPr/>
          <p:nvPr/>
        </p:nvSpPr>
        <p:spPr>
          <a:xfrm rot="-4136030" flipH="1">
            <a:off x="10022463" y="4823984"/>
            <a:ext cx="4807567" cy="1592907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69" name="Google Shape;369;p24"/>
          <p:cNvSpPr/>
          <p:nvPr/>
        </p:nvSpPr>
        <p:spPr>
          <a:xfrm rot="1958429">
            <a:off x="11725685" y="3852507"/>
            <a:ext cx="218033" cy="218033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0" name="Google Shape;370;p24"/>
          <p:cNvSpPr/>
          <p:nvPr/>
        </p:nvSpPr>
        <p:spPr>
          <a:xfrm rot="-8839666">
            <a:off x="11829127" y="5263161"/>
            <a:ext cx="131152" cy="13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1" name="Google Shape;371;p24"/>
          <p:cNvSpPr/>
          <p:nvPr/>
        </p:nvSpPr>
        <p:spPr>
          <a:xfrm rot="1958429">
            <a:off x="11254938" y="5983242"/>
            <a:ext cx="218033" cy="218033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2623542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74" name="Google Shape;374;p25"/>
          <p:cNvSpPr/>
          <p:nvPr/>
        </p:nvSpPr>
        <p:spPr>
          <a:xfrm rot="10800000">
            <a:off x="9734634" y="8473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5" name="Google Shape;375;p25"/>
          <p:cNvSpPr/>
          <p:nvPr/>
        </p:nvSpPr>
        <p:spPr>
          <a:xfrm rot="-9367883" flipH="1">
            <a:off x="9142295" y="-450839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6" name="Google Shape;376;p25"/>
          <p:cNvSpPr/>
          <p:nvPr/>
        </p:nvSpPr>
        <p:spPr>
          <a:xfrm rot="-9944222">
            <a:off x="9255515" y="-392971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7" name="Google Shape;377;p25"/>
          <p:cNvSpPr/>
          <p:nvPr/>
        </p:nvSpPr>
        <p:spPr>
          <a:xfrm rot="5400000">
            <a:off x="11768941" y="2044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8" name="Google Shape;378;p25"/>
          <p:cNvSpPr/>
          <p:nvPr/>
        </p:nvSpPr>
        <p:spPr>
          <a:xfrm rot="5400000">
            <a:off x="9133659" y="1491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9" name="Google Shape;379;p25"/>
          <p:cNvSpPr/>
          <p:nvPr/>
        </p:nvSpPr>
        <p:spPr>
          <a:xfrm rot="-5400000">
            <a:off x="10668441" y="950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8340274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 rot="10800000" flipH="1">
            <a:off x="-1842014" y="39802"/>
            <a:ext cx="4494043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83" name="Google Shape;383;p26"/>
          <p:cNvSpPr/>
          <p:nvPr/>
        </p:nvSpPr>
        <p:spPr>
          <a:xfrm rot="9732937">
            <a:off x="-2216921" y="-549130"/>
            <a:ext cx="5571133" cy="16015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84" name="Google Shape;384;p26"/>
          <p:cNvSpPr/>
          <p:nvPr/>
        </p:nvSpPr>
        <p:spPr>
          <a:xfrm rot="10173584" flipH="1">
            <a:off x="-3270497" y="-459417"/>
            <a:ext cx="6535775" cy="163603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85" name="Google Shape;385;p26"/>
          <p:cNvSpPr/>
          <p:nvPr/>
        </p:nvSpPr>
        <p:spPr>
          <a:xfrm rot="5400000" flipH="1">
            <a:off x="3638408" y="79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86" name="Google Shape;386;p26"/>
          <p:cNvSpPr/>
          <p:nvPr/>
        </p:nvSpPr>
        <p:spPr>
          <a:xfrm rot="5400000" flipH="1">
            <a:off x="1472192" y="8003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87" name="Google Shape;387;p26"/>
          <p:cNvSpPr/>
          <p:nvPr/>
        </p:nvSpPr>
        <p:spPr>
          <a:xfrm rot="5400000" flipH="1">
            <a:off x="408475" y="1334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82192823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/>
          <p:nvPr/>
        </p:nvSpPr>
        <p:spPr>
          <a:xfrm rot="10800000">
            <a:off x="37504" y="6075967"/>
            <a:ext cx="12154435" cy="840567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0" name="Google Shape;390;p27"/>
          <p:cNvSpPr/>
          <p:nvPr/>
        </p:nvSpPr>
        <p:spPr>
          <a:xfrm rot="10800000">
            <a:off x="352" y="6213842"/>
            <a:ext cx="12191587" cy="702692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1" name="Google Shape;391;p27"/>
          <p:cNvSpPr/>
          <p:nvPr/>
        </p:nvSpPr>
        <p:spPr>
          <a:xfrm rot="10800000" flipH="1">
            <a:off x="0" y="6160488"/>
            <a:ext cx="12192104" cy="75604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2" name="Google Shape;392;p27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3" name="Google Shape;393;p27"/>
          <p:cNvSpPr/>
          <p:nvPr/>
        </p:nvSpPr>
        <p:spPr>
          <a:xfrm rot="5400000">
            <a:off x="6807508" y="6051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4" name="Google Shape;394;p27"/>
          <p:cNvSpPr/>
          <p:nvPr/>
        </p:nvSpPr>
        <p:spPr>
          <a:xfrm rot="5400000">
            <a:off x="3485525" y="60944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5" name="Google Shape;395;p27"/>
          <p:cNvSpPr/>
          <p:nvPr/>
        </p:nvSpPr>
        <p:spPr>
          <a:xfrm rot="-5400000">
            <a:off x="10866241" y="5919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96" name="Google Shape;396;p27"/>
          <p:cNvSpPr/>
          <p:nvPr/>
        </p:nvSpPr>
        <p:spPr>
          <a:xfrm rot="5400000">
            <a:off x="228741" y="6205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03592434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9" name="Google Shape;399;p28"/>
          <p:cNvSpPr/>
          <p:nvPr/>
        </p:nvSpPr>
        <p:spPr>
          <a:xfrm flipH="1">
            <a:off x="8989714" y="5533693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0" name="Google Shape;400;p28"/>
          <p:cNvSpPr/>
          <p:nvPr/>
        </p:nvSpPr>
        <p:spPr>
          <a:xfrm rot="-1432117">
            <a:off x="8397374" y="5827715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1" name="Google Shape;401;p28"/>
          <p:cNvSpPr/>
          <p:nvPr/>
        </p:nvSpPr>
        <p:spPr>
          <a:xfrm rot="-855778" flipH="1">
            <a:off x="8510593" y="5671713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2" name="Google Shape;402;p28"/>
          <p:cNvSpPr/>
          <p:nvPr/>
        </p:nvSpPr>
        <p:spPr>
          <a:xfrm rot="3639566">
            <a:off x="11798333" y="5080297"/>
            <a:ext cx="217959" cy="217959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3" name="Google Shape;403;p28"/>
          <p:cNvSpPr/>
          <p:nvPr/>
        </p:nvSpPr>
        <p:spPr>
          <a:xfrm rot="3637394">
            <a:off x="10145394" y="5873628"/>
            <a:ext cx="131281" cy="131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4" name="Google Shape;404;p28"/>
          <p:cNvSpPr/>
          <p:nvPr/>
        </p:nvSpPr>
        <p:spPr>
          <a:xfrm rot="-7162606">
            <a:off x="10919310" y="5358454"/>
            <a:ext cx="131281" cy="131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5" name="Google Shape;405;p28"/>
          <p:cNvSpPr/>
          <p:nvPr/>
        </p:nvSpPr>
        <p:spPr>
          <a:xfrm rot="3639566">
            <a:off x="8983739" y="5537434"/>
            <a:ext cx="217959" cy="217959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25798247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 rot="10800000">
            <a:off x="-1438972" y="5426015"/>
            <a:ext cx="5783555" cy="1432184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09" name="Google Shape;409;p29"/>
          <p:cNvSpPr/>
          <p:nvPr/>
        </p:nvSpPr>
        <p:spPr>
          <a:xfrm rot="10800000" flipH="1">
            <a:off x="-130650" y="5599994"/>
            <a:ext cx="3970692" cy="1258204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0" name="Google Shape;410;p29"/>
          <p:cNvSpPr/>
          <p:nvPr/>
        </p:nvSpPr>
        <p:spPr>
          <a:xfrm rot="5400000">
            <a:off x="3397875" y="62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1" name="Google Shape;411;p29"/>
          <p:cNvSpPr/>
          <p:nvPr/>
        </p:nvSpPr>
        <p:spPr>
          <a:xfrm rot="5400000">
            <a:off x="1594959" y="61000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2" name="Google Shape;412;p29"/>
          <p:cNvSpPr/>
          <p:nvPr/>
        </p:nvSpPr>
        <p:spPr>
          <a:xfrm rot="-5400000">
            <a:off x="2522108" y="60298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53216298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 only 1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15" name="Google Shape;415;p30"/>
          <p:cNvSpPr/>
          <p:nvPr/>
        </p:nvSpPr>
        <p:spPr>
          <a:xfrm rot="-5911893" flipH="1">
            <a:off x="-1161099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6" name="Google Shape;416;p30"/>
          <p:cNvSpPr/>
          <p:nvPr/>
        </p:nvSpPr>
        <p:spPr>
          <a:xfrm rot="-515846" flipH="1">
            <a:off x="-37730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7" name="Google Shape;417;p30"/>
          <p:cNvSpPr/>
          <p:nvPr/>
        </p:nvSpPr>
        <p:spPr>
          <a:xfrm flipH="1">
            <a:off x="-38037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8" name="Google Shape;418;p30"/>
          <p:cNvSpPr/>
          <p:nvPr/>
        </p:nvSpPr>
        <p:spPr>
          <a:xfrm rot="10800000">
            <a:off x="10059569" y="84722"/>
            <a:ext cx="4494043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19" name="Google Shape;419;p30"/>
          <p:cNvSpPr/>
          <p:nvPr/>
        </p:nvSpPr>
        <p:spPr>
          <a:xfrm rot="-9732937" flipH="1">
            <a:off x="8789386" y="-504210"/>
            <a:ext cx="5571133" cy="16015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0" name="Google Shape;420;p30"/>
          <p:cNvSpPr/>
          <p:nvPr/>
        </p:nvSpPr>
        <p:spPr>
          <a:xfrm rot="-10173584">
            <a:off x="9446321" y="-414497"/>
            <a:ext cx="6535775" cy="163603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1" name="Google Shape;421;p30"/>
          <p:cNvSpPr/>
          <p:nvPr/>
        </p:nvSpPr>
        <p:spPr>
          <a:xfrm rot="5400000">
            <a:off x="11346541" y="13380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2" name="Google Shape;422;p30"/>
          <p:cNvSpPr/>
          <p:nvPr/>
        </p:nvSpPr>
        <p:spPr>
          <a:xfrm rot="5400000">
            <a:off x="9098459" y="1624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3" name="Google Shape;423;p30"/>
          <p:cNvSpPr/>
          <p:nvPr/>
        </p:nvSpPr>
        <p:spPr>
          <a:xfrm rot="-5400000">
            <a:off x="487841" y="8003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4" name="Google Shape;424;p30"/>
          <p:cNvSpPr/>
          <p:nvPr/>
        </p:nvSpPr>
        <p:spPr>
          <a:xfrm rot="5400000">
            <a:off x="2287008" y="2401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18242296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27" name="Google Shape;427;p31"/>
          <p:cNvSpPr/>
          <p:nvPr/>
        </p:nvSpPr>
        <p:spPr>
          <a:xfrm rot="10800000" flipH="1">
            <a:off x="-819719" y="105881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8" name="Google Shape;428;p31"/>
          <p:cNvSpPr/>
          <p:nvPr/>
        </p:nvSpPr>
        <p:spPr>
          <a:xfrm rot="9367883">
            <a:off x="-1174986" y="-429688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29" name="Google Shape;429;p31"/>
          <p:cNvSpPr/>
          <p:nvPr/>
        </p:nvSpPr>
        <p:spPr>
          <a:xfrm rot="9944222" flipH="1">
            <a:off x="-1890094" y="-371822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0" name="Google Shape;430;p31"/>
          <p:cNvSpPr/>
          <p:nvPr/>
        </p:nvSpPr>
        <p:spPr>
          <a:xfrm rot="5772639">
            <a:off x="11465099" y="-747438"/>
            <a:ext cx="2228005" cy="2130383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1" name="Google Shape;431;p31"/>
          <p:cNvSpPr/>
          <p:nvPr/>
        </p:nvSpPr>
        <p:spPr>
          <a:xfrm rot="706905">
            <a:off x="9360036" y="-447567"/>
            <a:ext cx="4743037" cy="128890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2" name="Google Shape;432;p31"/>
          <p:cNvSpPr/>
          <p:nvPr/>
        </p:nvSpPr>
        <p:spPr>
          <a:xfrm>
            <a:off x="9360094" y="-447677"/>
            <a:ext cx="4742205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3" name="Google Shape;433;p31"/>
          <p:cNvSpPr/>
          <p:nvPr/>
        </p:nvSpPr>
        <p:spPr>
          <a:xfrm rot="5400000">
            <a:off x="1450808" y="922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4" name="Google Shape;434;p31"/>
          <p:cNvSpPr/>
          <p:nvPr/>
        </p:nvSpPr>
        <p:spPr>
          <a:xfrm rot="5400000">
            <a:off x="10306992" y="584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5" name="Google Shape;435;p31"/>
          <p:cNvSpPr/>
          <p:nvPr/>
        </p:nvSpPr>
        <p:spPr>
          <a:xfrm rot="-5400000">
            <a:off x="534508" y="9655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6" name="Google Shape;436;p31"/>
          <p:cNvSpPr/>
          <p:nvPr/>
        </p:nvSpPr>
        <p:spPr>
          <a:xfrm rot="5400000">
            <a:off x="9278408" y="266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25049866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">
  <p:cSld name="Title only 13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39" name="Google Shape;439;p32"/>
          <p:cNvSpPr/>
          <p:nvPr/>
        </p:nvSpPr>
        <p:spPr>
          <a:xfrm rot="5772639">
            <a:off x="11465099" y="-747438"/>
            <a:ext cx="2228005" cy="2130383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0" name="Google Shape;440;p32"/>
          <p:cNvSpPr/>
          <p:nvPr/>
        </p:nvSpPr>
        <p:spPr>
          <a:xfrm rot="706905">
            <a:off x="9360036" y="-447567"/>
            <a:ext cx="4743037" cy="128890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1" name="Google Shape;441;p32"/>
          <p:cNvSpPr/>
          <p:nvPr/>
        </p:nvSpPr>
        <p:spPr>
          <a:xfrm>
            <a:off x="9360094" y="-447677"/>
            <a:ext cx="4742205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2" name="Google Shape;442;p32"/>
          <p:cNvSpPr/>
          <p:nvPr/>
        </p:nvSpPr>
        <p:spPr>
          <a:xfrm rot="5400000">
            <a:off x="-924883" y="3681389"/>
            <a:ext cx="3257661" cy="758308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3" name="Google Shape;443;p32"/>
          <p:cNvSpPr/>
          <p:nvPr/>
        </p:nvSpPr>
        <p:spPr>
          <a:xfrm rot="5399497" flipH="1">
            <a:off x="-2557529" y="2563472"/>
            <a:ext cx="6020449" cy="90445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4" name="Google Shape;444;p32"/>
          <p:cNvSpPr/>
          <p:nvPr/>
        </p:nvSpPr>
        <p:spPr>
          <a:xfrm rot="5400440">
            <a:off x="-2958754" y="2946989"/>
            <a:ext cx="6882276" cy="963896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5" name="Google Shape;445;p32"/>
          <p:cNvSpPr/>
          <p:nvPr/>
        </p:nvSpPr>
        <p:spPr>
          <a:xfrm flipH="1">
            <a:off x="8989714" y="5533693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6" name="Google Shape;446;p32"/>
          <p:cNvSpPr/>
          <p:nvPr/>
        </p:nvSpPr>
        <p:spPr>
          <a:xfrm rot="-1432117">
            <a:off x="8397374" y="5827715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7" name="Google Shape;447;p32"/>
          <p:cNvSpPr/>
          <p:nvPr/>
        </p:nvSpPr>
        <p:spPr>
          <a:xfrm rot="-855778" flipH="1">
            <a:off x="8510593" y="5671713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8" name="Google Shape;448;p32"/>
          <p:cNvSpPr/>
          <p:nvPr/>
        </p:nvSpPr>
        <p:spPr>
          <a:xfrm>
            <a:off x="1452959" y="4843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49" name="Google Shape;449;p32"/>
          <p:cNvSpPr/>
          <p:nvPr/>
        </p:nvSpPr>
        <p:spPr>
          <a:xfrm>
            <a:off x="638359" y="41549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0" name="Google Shape;450;p32"/>
          <p:cNvSpPr/>
          <p:nvPr/>
        </p:nvSpPr>
        <p:spPr>
          <a:xfrm rot="10800000">
            <a:off x="833575" y="18807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1" name="Google Shape;451;p32"/>
          <p:cNvSpPr/>
          <p:nvPr/>
        </p:nvSpPr>
        <p:spPr>
          <a:xfrm>
            <a:off x="1083092" y="62016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2" name="Google Shape;452;p32"/>
          <p:cNvSpPr/>
          <p:nvPr/>
        </p:nvSpPr>
        <p:spPr>
          <a:xfrm rot="5400000">
            <a:off x="11702508" y="51040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3" name="Google Shape;453;p32"/>
          <p:cNvSpPr/>
          <p:nvPr/>
        </p:nvSpPr>
        <p:spPr>
          <a:xfrm rot="5400000">
            <a:off x="9278592" y="2519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4" name="Google Shape;454;p32"/>
          <p:cNvSpPr/>
          <p:nvPr/>
        </p:nvSpPr>
        <p:spPr>
          <a:xfrm rot="-5400000">
            <a:off x="9703208" y="5783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5" name="Google Shape;455;p32"/>
          <p:cNvSpPr/>
          <p:nvPr/>
        </p:nvSpPr>
        <p:spPr>
          <a:xfrm rot="5400000">
            <a:off x="11351841" y="11425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81360757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4">
  <p:cSld name="Title only 14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8" name="Google Shape;458;p33"/>
          <p:cNvSpPr/>
          <p:nvPr/>
        </p:nvSpPr>
        <p:spPr>
          <a:xfrm rot="10800000">
            <a:off x="6436449" y="5760037"/>
            <a:ext cx="5249311" cy="1538563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59" name="Google Shape;459;p33"/>
          <p:cNvSpPr/>
          <p:nvPr/>
        </p:nvSpPr>
        <p:spPr>
          <a:xfrm rot="10800000" flipH="1">
            <a:off x="7479773" y="5194665"/>
            <a:ext cx="7646707" cy="2103936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60" name="Google Shape;460;p33"/>
          <p:cNvSpPr/>
          <p:nvPr/>
        </p:nvSpPr>
        <p:spPr>
          <a:xfrm rot="10800000">
            <a:off x="8147213" y="5450572"/>
            <a:ext cx="5249473" cy="1848029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61" name="Google Shape;461;p33"/>
          <p:cNvSpPr/>
          <p:nvPr/>
        </p:nvSpPr>
        <p:spPr>
          <a:xfrm rot="3210522">
            <a:off x="11770762" y="4801674"/>
            <a:ext cx="217925" cy="21792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62" name="Google Shape;462;p33"/>
          <p:cNvSpPr/>
          <p:nvPr/>
        </p:nvSpPr>
        <p:spPr>
          <a:xfrm rot="3212945">
            <a:off x="9631661" y="6124808"/>
            <a:ext cx="131284" cy="1315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63" name="Google Shape;463;p33"/>
          <p:cNvSpPr/>
          <p:nvPr/>
        </p:nvSpPr>
        <p:spPr>
          <a:xfrm rot="-7587055">
            <a:off x="10625409" y="5602257"/>
            <a:ext cx="131284" cy="1315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64" name="Google Shape;464;p33"/>
          <p:cNvSpPr/>
          <p:nvPr/>
        </p:nvSpPr>
        <p:spPr>
          <a:xfrm rot="3210522">
            <a:off x="7471348" y="6137676"/>
            <a:ext cx="217925" cy="217925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17341194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5">
  <p:cSld name="Title only 15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67" name="Google Shape;467;p34"/>
          <p:cNvSpPr/>
          <p:nvPr/>
        </p:nvSpPr>
        <p:spPr>
          <a:xfrm>
            <a:off x="-233457" y="-15"/>
            <a:ext cx="5249311" cy="1384800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68" name="Google Shape;468;p34"/>
          <p:cNvSpPr/>
          <p:nvPr/>
        </p:nvSpPr>
        <p:spPr>
          <a:xfrm flipH="1">
            <a:off x="-3674178" y="-14"/>
            <a:ext cx="7646707" cy="1893541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69" name="Google Shape;469;p34"/>
          <p:cNvSpPr/>
          <p:nvPr/>
        </p:nvSpPr>
        <p:spPr>
          <a:xfrm>
            <a:off x="-1944386" y="-15"/>
            <a:ext cx="5249473" cy="1663573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70" name="Google Shape;470;p34"/>
          <p:cNvSpPr/>
          <p:nvPr/>
        </p:nvSpPr>
        <p:spPr>
          <a:xfrm rot="5400000" flipH="1">
            <a:off x="5603808" y="1663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71" name="Google Shape;471;p34"/>
          <p:cNvSpPr/>
          <p:nvPr/>
        </p:nvSpPr>
        <p:spPr>
          <a:xfrm rot="5400000" flipH="1">
            <a:off x="1203292" y="10692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72" name="Google Shape;472;p34"/>
          <p:cNvSpPr/>
          <p:nvPr/>
        </p:nvSpPr>
        <p:spPr>
          <a:xfrm rot="-5400000" flipH="1">
            <a:off x="2130441" y="1139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73" name="Google Shape;473;p34"/>
          <p:cNvSpPr/>
          <p:nvPr/>
        </p:nvSpPr>
        <p:spPr>
          <a:xfrm rot="5400000" flipH="1">
            <a:off x="328341" y="1829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68732446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6">
  <p:cSld name="Title only 16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76" name="Google Shape;476;p35"/>
          <p:cNvSpPr/>
          <p:nvPr/>
        </p:nvSpPr>
        <p:spPr>
          <a:xfrm flipH="1">
            <a:off x="8989714" y="5533693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77" name="Google Shape;477;p35"/>
          <p:cNvSpPr/>
          <p:nvPr/>
        </p:nvSpPr>
        <p:spPr>
          <a:xfrm rot="-1432117">
            <a:off x="8397374" y="5827715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78" name="Google Shape;478;p35"/>
          <p:cNvSpPr/>
          <p:nvPr/>
        </p:nvSpPr>
        <p:spPr>
          <a:xfrm rot="-855778" flipH="1">
            <a:off x="8510593" y="5671713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79" name="Google Shape;479;p35"/>
          <p:cNvSpPr/>
          <p:nvPr/>
        </p:nvSpPr>
        <p:spPr>
          <a:xfrm rot="3043967">
            <a:off x="11281481" y="4942919"/>
            <a:ext cx="218031" cy="21803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80" name="Google Shape;480;p35"/>
          <p:cNvSpPr/>
          <p:nvPr/>
        </p:nvSpPr>
        <p:spPr>
          <a:xfrm rot="3041162">
            <a:off x="9783559" y="6017802"/>
            <a:ext cx="131320" cy="131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81" name="Google Shape;481;p35"/>
          <p:cNvSpPr/>
          <p:nvPr/>
        </p:nvSpPr>
        <p:spPr>
          <a:xfrm rot="-7758838">
            <a:off x="10456944" y="5376774"/>
            <a:ext cx="131320" cy="131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82" name="Google Shape;482;p35"/>
          <p:cNvSpPr/>
          <p:nvPr/>
        </p:nvSpPr>
        <p:spPr>
          <a:xfrm rot="3043967">
            <a:off x="8588061" y="5879081"/>
            <a:ext cx="218031" cy="21803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15327453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7">
  <p:cSld name="Title only 17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 rot="10800000">
            <a:off x="-1438972" y="5426015"/>
            <a:ext cx="5783555" cy="1432184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86" name="Google Shape;486;p36"/>
          <p:cNvSpPr/>
          <p:nvPr/>
        </p:nvSpPr>
        <p:spPr>
          <a:xfrm rot="10800000" flipH="1">
            <a:off x="-130650" y="5599994"/>
            <a:ext cx="3970692" cy="1258204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87" name="Google Shape;487;p36"/>
          <p:cNvSpPr/>
          <p:nvPr/>
        </p:nvSpPr>
        <p:spPr>
          <a:xfrm rot="5400000">
            <a:off x="4522075" y="65300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88" name="Google Shape;488;p36"/>
          <p:cNvSpPr/>
          <p:nvPr/>
        </p:nvSpPr>
        <p:spPr>
          <a:xfrm rot="-5400000">
            <a:off x="2307041" y="57871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89" name="Google Shape;489;p36"/>
          <p:cNvSpPr/>
          <p:nvPr/>
        </p:nvSpPr>
        <p:spPr>
          <a:xfrm rot="5400000">
            <a:off x="837508" y="45975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02150138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10800000">
            <a:off x="10100472" y="84844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92" name="Google Shape;492;p37"/>
          <p:cNvSpPr/>
          <p:nvPr/>
        </p:nvSpPr>
        <p:spPr>
          <a:xfrm rot="-9367883" flipH="1">
            <a:off x="9508133" y="-45072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93" name="Google Shape;493;p37"/>
          <p:cNvSpPr/>
          <p:nvPr/>
        </p:nvSpPr>
        <p:spPr>
          <a:xfrm rot="-9944222">
            <a:off x="9621352" y="-392859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94" name="Google Shape;494;p37"/>
          <p:cNvSpPr txBox="1">
            <a:spLocks noGrp="1"/>
          </p:cNvSpPr>
          <p:nvPr>
            <p:ph type="body" idx="1"/>
          </p:nvPr>
        </p:nvSpPr>
        <p:spPr>
          <a:xfrm>
            <a:off x="958233" y="4877533"/>
            <a:ext cx="4548800" cy="120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4000" b="1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95" name="Google Shape;495;p37"/>
          <p:cNvSpPr/>
          <p:nvPr/>
        </p:nvSpPr>
        <p:spPr>
          <a:xfrm rot="5400000">
            <a:off x="11804875" y="10923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96" name="Google Shape;496;p37"/>
          <p:cNvSpPr/>
          <p:nvPr/>
        </p:nvSpPr>
        <p:spPr>
          <a:xfrm rot="5400000">
            <a:off x="10001959" y="9589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97" name="Google Shape;497;p37"/>
          <p:cNvSpPr/>
          <p:nvPr/>
        </p:nvSpPr>
        <p:spPr>
          <a:xfrm rot="-5400000">
            <a:off x="10929108" y="8888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98" name="Google Shape;498;p37"/>
          <p:cNvSpPr/>
          <p:nvPr/>
        </p:nvSpPr>
        <p:spPr>
          <a:xfrm rot="5400000">
            <a:off x="9127008" y="1126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67098546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8"/>
          <p:cNvSpPr/>
          <p:nvPr/>
        </p:nvSpPr>
        <p:spPr>
          <a:xfrm rot="10800000" flipH="1">
            <a:off x="-1218491" y="8473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01" name="Google Shape;501;p38"/>
          <p:cNvSpPr/>
          <p:nvPr/>
        </p:nvSpPr>
        <p:spPr>
          <a:xfrm rot="9367883">
            <a:off x="-1573757" y="-450839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02" name="Google Shape;502;p38"/>
          <p:cNvSpPr/>
          <p:nvPr/>
        </p:nvSpPr>
        <p:spPr>
          <a:xfrm rot="9944222" flipH="1">
            <a:off x="-2288866" y="-392971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03" name="Google Shape;503;p38"/>
          <p:cNvSpPr txBox="1">
            <a:spLocks noGrp="1"/>
          </p:cNvSpPr>
          <p:nvPr>
            <p:ph type="title"/>
          </p:nvPr>
        </p:nvSpPr>
        <p:spPr>
          <a:xfrm>
            <a:off x="958233" y="1434700"/>
            <a:ext cx="5043600" cy="37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04" name="Google Shape;504;p38"/>
          <p:cNvSpPr/>
          <p:nvPr/>
        </p:nvSpPr>
        <p:spPr>
          <a:xfrm>
            <a:off x="-1388863" y="5518385"/>
            <a:ext cx="4494043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05" name="Google Shape;505;p38"/>
          <p:cNvSpPr/>
          <p:nvPr/>
        </p:nvSpPr>
        <p:spPr>
          <a:xfrm rot="1067063" flipH="1">
            <a:off x="-1763772" y="5759039"/>
            <a:ext cx="5571133" cy="16015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06" name="Google Shape;506;p38"/>
          <p:cNvSpPr/>
          <p:nvPr/>
        </p:nvSpPr>
        <p:spPr>
          <a:xfrm rot="626416">
            <a:off x="-2817346" y="5634892"/>
            <a:ext cx="6535775" cy="163603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07" name="Google Shape;507;p38"/>
          <p:cNvSpPr/>
          <p:nvPr/>
        </p:nvSpPr>
        <p:spPr>
          <a:xfrm rot="5400000">
            <a:off x="524741" y="52603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08" name="Google Shape;508;p38"/>
          <p:cNvSpPr/>
          <p:nvPr/>
        </p:nvSpPr>
        <p:spPr>
          <a:xfrm rot="5400000">
            <a:off x="1103659" y="5812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09" name="Google Shape;509;p38"/>
          <p:cNvSpPr/>
          <p:nvPr/>
        </p:nvSpPr>
        <p:spPr>
          <a:xfrm rot="-5400000">
            <a:off x="1689275" y="58231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10" name="Google Shape;510;p38"/>
          <p:cNvSpPr/>
          <p:nvPr/>
        </p:nvSpPr>
        <p:spPr>
          <a:xfrm rot="5400000">
            <a:off x="147841" y="10741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2750019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9"/>
          <p:cNvSpPr txBox="1">
            <a:spLocks noGrp="1"/>
          </p:cNvSpPr>
          <p:nvPr>
            <p:ph type="subTitle" idx="1"/>
          </p:nvPr>
        </p:nvSpPr>
        <p:spPr>
          <a:xfrm>
            <a:off x="1683589" y="3887000"/>
            <a:ext cx="3836800" cy="9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13" name="Google Shape;513;p39"/>
          <p:cNvSpPr txBox="1">
            <a:spLocks noGrp="1"/>
          </p:cNvSpPr>
          <p:nvPr>
            <p:ph type="title" hasCustomPrompt="1"/>
          </p:nvPr>
        </p:nvSpPr>
        <p:spPr>
          <a:xfrm>
            <a:off x="1683533" y="2076267"/>
            <a:ext cx="3836800" cy="16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514" name="Google Shape;514;p39"/>
          <p:cNvSpPr/>
          <p:nvPr/>
        </p:nvSpPr>
        <p:spPr>
          <a:xfrm rot="-9281215">
            <a:off x="-51501" y="5604975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15" name="Google Shape;515;p39"/>
          <p:cNvSpPr/>
          <p:nvPr/>
        </p:nvSpPr>
        <p:spPr>
          <a:xfrm rot="-9280772">
            <a:off x="-865631" y="5862083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16" name="Google Shape;516;p39"/>
          <p:cNvSpPr/>
          <p:nvPr/>
        </p:nvSpPr>
        <p:spPr>
          <a:xfrm rot="-9281383" flipH="1">
            <a:off x="-1500651" y="5198448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17" name="Google Shape;517;p39"/>
          <p:cNvSpPr/>
          <p:nvPr/>
        </p:nvSpPr>
        <p:spPr>
          <a:xfrm rot="10800000" flipH="1">
            <a:off x="-1166039" y="84844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18" name="Google Shape;518;p39"/>
          <p:cNvSpPr/>
          <p:nvPr/>
        </p:nvSpPr>
        <p:spPr>
          <a:xfrm rot="9367883">
            <a:off x="-1521305" y="-45072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19" name="Google Shape;519;p39"/>
          <p:cNvSpPr/>
          <p:nvPr/>
        </p:nvSpPr>
        <p:spPr>
          <a:xfrm rot="9944222" flipH="1">
            <a:off x="-2236412" y="-392859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20" name="Google Shape;520;p39"/>
          <p:cNvSpPr/>
          <p:nvPr/>
        </p:nvSpPr>
        <p:spPr>
          <a:xfrm rot="5400000">
            <a:off x="2152808" y="894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21" name="Google Shape;521;p39"/>
          <p:cNvSpPr/>
          <p:nvPr/>
        </p:nvSpPr>
        <p:spPr>
          <a:xfrm rot="5400000">
            <a:off x="1428459" y="56593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22" name="Google Shape;522;p39"/>
          <p:cNvSpPr/>
          <p:nvPr/>
        </p:nvSpPr>
        <p:spPr>
          <a:xfrm rot="-5400000">
            <a:off x="1277041" y="690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23" name="Google Shape;523;p39"/>
          <p:cNvSpPr/>
          <p:nvPr/>
        </p:nvSpPr>
        <p:spPr>
          <a:xfrm rot="5400000">
            <a:off x="553508" y="48130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21142660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0"/>
          <p:cNvSpPr txBox="1">
            <a:spLocks noGrp="1"/>
          </p:cNvSpPr>
          <p:nvPr>
            <p:ph type="title"/>
          </p:nvPr>
        </p:nvSpPr>
        <p:spPr>
          <a:xfrm>
            <a:off x="3795300" y="484367"/>
            <a:ext cx="460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26" name="Google Shape;526;p40"/>
          <p:cNvSpPr txBox="1">
            <a:spLocks noGrp="1"/>
          </p:cNvSpPr>
          <p:nvPr>
            <p:ph type="subTitle" idx="1"/>
          </p:nvPr>
        </p:nvSpPr>
        <p:spPr>
          <a:xfrm>
            <a:off x="1051133" y="2193933"/>
            <a:ext cx="3606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7" name="Google Shape;527;p40"/>
          <p:cNvSpPr txBox="1">
            <a:spLocks noGrp="1"/>
          </p:cNvSpPr>
          <p:nvPr>
            <p:ph type="subTitle" idx="2"/>
          </p:nvPr>
        </p:nvSpPr>
        <p:spPr>
          <a:xfrm>
            <a:off x="717567" y="3007200"/>
            <a:ext cx="5112000" cy="2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8" name="Google Shape;528;p40"/>
          <p:cNvSpPr txBox="1">
            <a:spLocks noGrp="1"/>
          </p:cNvSpPr>
          <p:nvPr>
            <p:ph type="subTitle" idx="3"/>
          </p:nvPr>
        </p:nvSpPr>
        <p:spPr>
          <a:xfrm>
            <a:off x="6878633" y="2193933"/>
            <a:ext cx="36060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29" name="Google Shape;529;p40"/>
          <p:cNvSpPr txBox="1">
            <a:spLocks noGrp="1"/>
          </p:cNvSpPr>
          <p:nvPr>
            <p:ph type="subTitle" idx="4"/>
          </p:nvPr>
        </p:nvSpPr>
        <p:spPr>
          <a:xfrm>
            <a:off x="6362433" y="3007200"/>
            <a:ext cx="5112000" cy="26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30" name="Google Shape;530;p40"/>
          <p:cNvSpPr/>
          <p:nvPr/>
        </p:nvSpPr>
        <p:spPr>
          <a:xfrm rot="-10350985" flipH="1">
            <a:off x="8600207" y="-166361"/>
            <a:ext cx="4593245" cy="1556636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1" name="Google Shape;531;p40"/>
          <p:cNvSpPr/>
          <p:nvPr/>
        </p:nvSpPr>
        <p:spPr>
          <a:xfrm flipH="1">
            <a:off x="11127768" y="1312832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2" name="Google Shape;532;p40"/>
          <p:cNvSpPr/>
          <p:nvPr/>
        </p:nvSpPr>
        <p:spPr>
          <a:xfrm flipH="1">
            <a:off x="11970368" y="176726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3" name="Google Shape;533;p40"/>
          <p:cNvSpPr/>
          <p:nvPr/>
        </p:nvSpPr>
        <p:spPr>
          <a:xfrm flipH="1">
            <a:off x="8315535" y="25116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4" name="Google Shape;534;p40"/>
          <p:cNvSpPr/>
          <p:nvPr/>
        </p:nvSpPr>
        <p:spPr>
          <a:xfrm flipH="1">
            <a:off x="9427168" y="71906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5" name="Google Shape;535;p40"/>
          <p:cNvSpPr/>
          <p:nvPr/>
        </p:nvSpPr>
        <p:spPr>
          <a:xfrm>
            <a:off x="9558359" y="-132486"/>
            <a:ext cx="3356813" cy="138876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6" name="Google Shape;536;p40"/>
          <p:cNvSpPr/>
          <p:nvPr/>
        </p:nvSpPr>
        <p:spPr>
          <a:xfrm rot="10800000" flipH="1">
            <a:off x="10237569" y="-280355"/>
            <a:ext cx="2742972" cy="1038632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7" name="Google Shape;537;p40"/>
          <p:cNvSpPr/>
          <p:nvPr/>
        </p:nvSpPr>
        <p:spPr>
          <a:xfrm rot="10350985">
            <a:off x="-749722" y="-231210"/>
            <a:ext cx="4593245" cy="1556636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8" name="Google Shape;538;p40"/>
          <p:cNvSpPr/>
          <p:nvPr/>
        </p:nvSpPr>
        <p:spPr>
          <a:xfrm>
            <a:off x="1097961" y="1247981"/>
            <a:ext cx="218000" cy="21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39" name="Google Shape;539;p40"/>
          <p:cNvSpPr/>
          <p:nvPr/>
        </p:nvSpPr>
        <p:spPr>
          <a:xfrm>
            <a:off x="342161" y="170241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40" name="Google Shape;540;p40"/>
          <p:cNvSpPr/>
          <p:nvPr/>
        </p:nvSpPr>
        <p:spPr>
          <a:xfrm>
            <a:off x="3996995" y="18631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41" name="Google Shape;541;p40"/>
          <p:cNvSpPr/>
          <p:nvPr/>
        </p:nvSpPr>
        <p:spPr>
          <a:xfrm>
            <a:off x="2885361" y="65421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42" name="Google Shape;542;p40"/>
          <p:cNvSpPr/>
          <p:nvPr/>
        </p:nvSpPr>
        <p:spPr>
          <a:xfrm flipH="1">
            <a:off x="-471443" y="-197335"/>
            <a:ext cx="3356813" cy="138876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43" name="Google Shape;543;p40"/>
          <p:cNvSpPr/>
          <p:nvPr/>
        </p:nvSpPr>
        <p:spPr>
          <a:xfrm rot="10800000">
            <a:off x="-536810" y="-345205"/>
            <a:ext cx="2742972" cy="1038632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13437265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1"/>
          <p:cNvSpPr txBox="1">
            <a:spLocks noGrp="1"/>
          </p:cNvSpPr>
          <p:nvPr>
            <p:ph type="subTitle" idx="1"/>
          </p:nvPr>
        </p:nvSpPr>
        <p:spPr>
          <a:xfrm>
            <a:off x="6211700" y="4589067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6" name="Google Shape;546;p41"/>
          <p:cNvSpPr txBox="1">
            <a:spLocks noGrp="1"/>
          </p:cNvSpPr>
          <p:nvPr>
            <p:ph type="subTitle" idx="2"/>
          </p:nvPr>
        </p:nvSpPr>
        <p:spPr>
          <a:xfrm>
            <a:off x="3197028" y="1867000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47" name="Google Shape;547;p41"/>
          <p:cNvSpPr txBox="1">
            <a:spLocks noGrp="1"/>
          </p:cNvSpPr>
          <p:nvPr>
            <p:ph type="title"/>
          </p:nvPr>
        </p:nvSpPr>
        <p:spPr>
          <a:xfrm>
            <a:off x="6211695" y="3741467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48" name="Google Shape;548;p41"/>
          <p:cNvSpPr txBox="1">
            <a:spLocks noGrp="1"/>
          </p:cNvSpPr>
          <p:nvPr>
            <p:ph type="title" idx="3"/>
          </p:nvPr>
        </p:nvSpPr>
        <p:spPr>
          <a:xfrm>
            <a:off x="3197028" y="1019400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Font typeface="Fira Sans Condensed"/>
              <a:buNone/>
              <a:defRPr sz="36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49" name="Google Shape;549;p41"/>
          <p:cNvSpPr/>
          <p:nvPr/>
        </p:nvSpPr>
        <p:spPr>
          <a:xfrm>
            <a:off x="647034" y="5145934"/>
            <a:ext cx="4448705" cy="1711413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0" name="Google Shape;550;p41"/>
          <p:cNvSpPr/>
          <p:nvPr/>
        </p:nvSpPr>
        <p:spPr>
          <a:xfrm rot="1432232" flipH="1">
            <a:off x="-627718" y="5554141"/>
            <a:ext cx="5742337" cy="2041441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1" name="Google Shape;551;p41"/>
          <p:cNvSpPr/>
          <p:nvPr/>
        </p:nvSpPr>
        <p:spPr>
          <a:xfrm rot="5772258">
            <a:off x="9601248" y="-870727"/>
            <a:ext cx="2698005" cy="2580197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2" name="Google Shape;552;p41"/>
          <p:cNvSpPr/>
          <p:nvPr/>
        </p:nvSpPr>
        <p:spPr>
          <a:xfrm rot="707044">
            <a:off x="7052073" y="-507200"/>
            <a:ext cx="5743183" cy="1560773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3" name="Google Shape;553;p41"/>
          <p:cNvSpPr/>
          <p:nvPr/>
        </p:nvSpPr>
        <p:spPr>
          <a:xfrm>
            <a:off x="7052134" y="-507403"/>
            <a:ext cx="5742281" cy="17115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4" name="Google Shape;554;p41"/>
          <p:cNvSpPr/>
          <p:nvPr/>
        </p:nvSpPr>
        <p:spPr>
          <a:xfrm rot="855605">
            <a:off x="-814626" y="5334251"/>
            <a:ext cx="6564633" cy="217534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5" name="Google Shape;555;p41"/>
          <p:cNvSpPr/>
          <p:nvPr/>
        </p:nvSpPr>
        <p:spPr>
          <a:xfrm rot="5400000">
            <a:off x="3324892" y="545935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6" name="Google Shape;556;p41"/>
          <p:cNvSpPr/>
          <p:nvPr/>
        </p:nvSpPr>
        <p:spPr>
          <a:xfrm rot="5400000">
            <a:off x="1521975" y="532594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7" name="Google Shape;557;p41"/>
          <p:cNvSpPr/>
          <p:nvPr/>
        </p:nvSpPr>
        <p:spPr>
          <a:xfrm rot="-5400000">
            <a:off x="2449125" y="52557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8" name="Google Shape;558;p41"/>
          <p:cNvSpPr/>
          <p:nvPr/>
        </p:nvSpPr>
        <p:spPr>
          <a:xfrm rot="5400000">
            <a:off x="647025" y="44795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59" name="Google Shape;559;p41"/>
          <p:cNvSpPr/>
          <p:nvPr/>
        </p:nvSpPr>
        <p:spPr>
          <a:xfrm rot="5400000">
            <a:off x="9559208" y="1286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60" name="Google Shape;560;p41"/>
          <p:cNvSpPr/>
          <p:nvPr/>
        </p:nvSpPr>
        <p:spPr>
          <a:xfrm rot="5400000">
            <a:off x="7756292" y="11529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61" name="Google Shape;561;p41"/>
          <p:cNvSpPr/>
          <p:nvPr/>
        </p:nvSpPr>
        <p:spPr>
          <a:xfrm rot="-5400000">
            <a:off x="8683441" y="1082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62" name="Google Shape;562;p41"/>
          <p:cNvSpPr/>
          <p:nvPr/>
        </p:nvSpPr>
        <p:spPr>
          <a:xfrm rot="5400000">
            <a:off x="6881341" y="3066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7059647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"/>
          <p:cNvSpPr txBox="1">
            <a:spLocks noGrp="1"/>
          </p:cNvSpPr>
          <p:nvPr>
            <p:ph type="title"/>
          </p:nvPr>
        </p:nvSpPr>
        <p:spPr>
          <a:xfrm>
            <a:off x="2439800" y="2076267"/>
            <a:ext cx="7312400" cy="158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65" name="Google Shape;565;p42"/>
          <p:cNvSpPr txBox="1">
            <a:spLocks noGrp="1"/>
          </p:cNvSpPr>
          <p:nvPr>
            <p:ph type="subTitle" idx="1"/>
          </p:nvPr>
        </p:nvSpPr>
        <p:spPr>
          <a:xfrm>
            <a:off x="2440200" y="3777767"/>
            <a:ext cx="7312000" cy="13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66" name="Google Shape;566;p42"/>
          <p:cNvSpPr/>
          <p:nvPr/>
        </p:nvSpPr>
        <p:spPr>
          <a:xfrm rot="-5400000">
            <a:off x="-1373147" y="108704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67" name="Google Shape;567;p42"/>
          <p:cNvSpPr/>
          <p:nvPr/>
        </p:nvSpPr>
        <p:spPr>
          <a:xfrm rot="-5400000">
            <a:off x="-2517625" y="2122984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68" name="Google Shape;568;p42"/>
          <p:cNvSpPr/>
          <p:nvPr/>
        </p:nvSpPr>
        <p:spPr>
          <a:xfrm rot="5400000">
            <a:off x="516341" y="48143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69" name="Google Shape;569;p42"/>
          <p:cNvSpPr/>
          <p:nvPr/>
        </p:nvSpPr>
        <p:spPr>
          <a:xfrm rot="5400000">
            <a:off x="804492" y="22962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0" name="Google Shape;570;p42"/>
          <p:cNvSpPr/>
          <p:nvPr/>
        </p:nvSpPr>
        <p:spPr>
          <a:xfrm rot="5400000">
            <a:off x="-1002637" y="340299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1" name="Google Shape;571;p42"/>
          <p:cNvSpPr/>
          <p:nvPr/>
        </p:nvSpPr>
        <p:spPr>
          <a:xfrm rot="5400000">
            <a:off x="1378541" y="15241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2" name="Google Shape;572;p42"/>
          <p:cNvSpPr/>
          <p:nvPr/>
        </p:nvSpPr>
        <p:spPr>
          <a:xfrm rot="5400000">
            <a:off x="2637925" y="2679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3" name="Google Shape;573;p42"/>
          <p:cNvSpPr/>
          <p:nvPr/>
        </p:nvSpPr>
        <p:spPr>
          <a:xfrm rot="5400000">
            <a:off x="8154060" y="3408181"/>
            <a:ext cx="5411089" cy="2306376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4" name="Google Shape;574;p42"/>
          <p:cNvSpPr/>
          <p:nvPr/>
        </p:nvSpPr>
        <p:spPr>
          <a:xfrm rot="5400000">
            <a:off x="9202601" y="3231725"/>
            <a:ext cx="5507025" cy="1446891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5" name="Google Shape;575;p42"/>
          <p:cNvSpPr/>
          <p:nvPr/>
        </p:nvSpPr>
        <p:spPr>
          <a:xfrm rot="-5400000">
            <a:off x="11544459" y="18556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6" name="Google Shape;576;p42"/>
          <p:cNvSpPr/>
          <p:nvPr/>
        </p:nvSpPr>
        <p:spPr>
          <a:xfrm rot="-5400000">
            <a:off x="11169508" y="4287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7" name="Google Shape;577;p42"/>
          <p:cNvSpPr/>
          <p:nvPr/>
        </p:nvSpPr>
        <p:spPr>
          <a:xfrm rot="-5400000">
            <a:off x="9362370" y="4432213"/>
            <a:ext cx="3832268" cy="2029088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8" name="Google Shape;578;p42"/>
          <p:cNvSpPr/>
          <p:nvPr/>
        </p:nvSpPr>
        <p:spPr>
          <a:xfrm rot="-5400000">
            <a:off x="10682259" y="5145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79" name="Google Shape;579;p42"/>
          <p:cNvSpPr/>
          <p:nvPr/>
        </p:nvSpPr>
        <p:spPr>
          <a:xfrm rot="-5400000">
            <a:off x="9336075" y="6556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67900667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3"/>
          <p:cNvSpPr txBox="1">
            <a:spLocks noGrp="1"/>
          </p:cNvSpPr>
          <p:nvPr>
            <p:ph type="title"/>
          </p:nvPr>
        </p:nvSpPr>
        <p:spPr>
          <a:xfrm>
            <a:off x="4194367" y="484367"/>
            <a:ext cx="380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82" name="Google Shape;582;p43"/>
          <p:cNvSpPr txBox="1">
            <a:spLocks noGrp="1"/>
          </p:cNvSpPr>
          <p:nvPr>
            <p:ph type="subTitle" idx="1"/>
          </p:nvPr>
        </p:nvSpPr>
        <p:spPr>
          <a:xfrm>
            <a:off x="4438588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3" name="Google Shape;583;p43"/>
          <p:cNvSpPr txBox="1">
            <a:spLocks noGrp="1"/>
          </p:cNvSpPr>
          <p:nvPr>
            <p:ph type="subTitle" idx="2"/>
          </p:nvPr>
        </p:nvSpPr>
        <p:spPr>
          <a:xfrm>
            <a:off x="4814588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4" name="Google Shape;584;p43"/>
          <p:cNvSpPr txBox="1">
            <a:spLocks noGrp="1"/>
          </p:cNvSpPr>
          <p:nvPr>
            <p:ph type="subTitle" idx="3"/>
          </p:nvPr>
        </p:nvSpPr>
        <p:spPr>
          <a:xfrm>
            <a:off x="87955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5" name="Google Shape;585;p43"/>
          <p:cNvSpPr txBox="1">
            <a:spLocks noGrp="1"/>
          </p:cNvSpPr>
          <p:nvPr>
            <p:ph type="subTitle" idx="4"/>
          </p:nvPr>
        </p:nvSpPr>
        <p:spPr>
          <a:xfrm>
            <a:off x="125555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6" name="Google Shape;586;p43"/>
          <p:cNvSpPr txBox="1">
            <a:spLocks noGrp="1"/>
          </p:cNvSpPr>
          <p:nvPr>
            <p:ph type="subTitle" idx="5"/>
          </p:nvPr>
        </p:nvSpPr>
        <p:spPr>
          <a:xfrm>
            <a:off x="4438588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7" name="Google Shape;587;p43"/>
          <p:cNvSpPr txBox="1">
            <a:spLocks noGrp="1"/>
          </p:cNvSpPr>
          <p:nvPr>
            <p:ph type="subTitle" idx="6"/>
          </p:nvPr>
        </p:nvSpPr>
        <p:spPr>
          <a:xfrm>
            <a:off x="4814588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8" name="Google Shape;588;p43"/>
          <p:cNvSpPr txBox="1">
            <a:spLocks noGrp="1"/>
          </p:cNvSpPr>
          <p:nvPr>
            <p:ph type="subTitle" idx="7"/>
          </p:nvPr>
        </p:nvSpPr>
        <p:spPr>
          <a:xfrm>
            <a:off x="87955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89" name="Google Shape;589;p43"/>
          <p:cNvSpPr txBox="1">
            <a:spLocks noGrp="1"/>
          </p:cNvSpPr>
          <p:nvPr>
            <p:ph type="subTitle" idx="8"/>
          </p:nvPr>
        </p:nvSpPr>
        <p:spPr>
          <a:xfrm>
            <a:off x="125555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0" name="Google Shape;590;p43"/>
          <p:cNvSpPr txBox="1">
            <a:spLocks noGrp="1"/>
          </p:cNvSpPr>
          <p:nvPr>
            <p:ph type="subTitle" idx="9"/>
          </p:nvPr>
        </p:nvSpPr>
        <p:spPr>
          <a:xfrm>
            <a:off x="799762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1" name="Google Shape;591;p43"/>
          <p:cNvSpPr txBox="1">
            <a:spLocks noGrp="1"/>
          </p:cNvSpPr>
          <p:nvPr>
            <p:ph type="subTitle" idx="13"/>
          </p:nvPr>
        </p:nvSpPr>
        <p:spPr>
          <a:xfrm>
            <a:off x="837362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2" name="Google Shape;592;p43"/>
          <p:cNvSpPr txBox="1">
            <a:spLocks noGrp="1"/>
          </p:cNvSpPr>
          <p:nvPr>
            <p:ph type="subTitle" idx="14"/>
          </p:nvPr>
        </p:nvSpPr>
        <p:spPr>
          <a:xfrm>
            <a:off x="799762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3" name="Google Shape;593;p43"/>
          <p:cNvSpPr txBox="1">
            <a:spLocks noGrp="1"/>
          </p:cNvSpPr>
          <p:nvPr>
            <p:ph type="subTitle" idx="15"/>
          </p:nvPr>
        </p:nvSpPr>
        <p:spPr>
          <a:xfrm>
            <a:off x="837362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94" name="Google Shape;594;p43"/>
          <p:cNvSpPr/>
          <p:nvPr/>
        </p:nvSpPr>
        <p:spPr>
          <a:xfrm>
            <a:off x="7449733" y="-27939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95" name="Google Shape;595;p43"/>
          <p:cNvSpPr/>
          <p:nvPr/>
        </p:nvSpPr>
        <p:spPr>
          <a:xfrm rot="10800000" flipH="1">
            <a:off x="9208433" y="-700201"/>
            <a:ext cx="317241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96" name="Google Shape;596;p43"/>
          <p:cNvSpPr/>
          <p:nvPr/>
        </p:nvSpPr>
        <p:spPr>
          <a:xfrm rot="-3279262">
            <a:off x="10535453" y="-12973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97" name="Google Shape;597;p43"/>
          <p:cNvSpPr/>
          <p:nvPr/>
        </p:nvSpPr>
        <p:spPr>
          <a:xfrm rot="10800000">
            <a:off x="8542655" y="15145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98" name="Google Shape;598;p43"/>
          <p:cNvSpPr/>
          <p:nvPr/>
        </p:nvSpPr>
        <p:spPr>
          <a:xfrm rot="10800000">
            <a:off x="10872555" y="46649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599" name="Google Shape;599;p43"/>
          <p:cNvSpPr/>
          <p:nvPr/>
        </p:nvSpPr>
        <p:spPr>
          <a:xfrm rot="10800000">
            <a:off x="10241421" y="98542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00" name="Google Shape;600;p43"/>
          <p:cNvSpPr/>
          <p:nvPr/>
        </p:nvSpPr>
        <p:spPr>
          <a:xfrm flipH="1">
            <a:off x="-4445234" y="-28099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01" name="Google Shape;601;p43"/>
          <p:cNvSpPr/>
          <p:nvPr/>
        </p:nvSpPr>
        <p:spPr>
          <a:xfrm rot="10800000">
            <a:off x="-189594" y="-701801"/>
            <a:ext cx="3172419" cy="1296135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02" name="Google Shape;602;p43"/>
          <p:cNvSpPr/>
          <p:nvPr/>
        </p:nvSpPr>
        <p:spPr>
          <a:xfrm rot="3279262" flipH="1">
            <a:off x="-217286" y="-1298944"/>
            <a:ext cx="1873092" cy="279174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03" name="Google Shape;603;p43"/>
          <p:cNvSpPr/>
          <p:nvPr/>
        </p:nvSpPr>
        <p:spPr>
          <a:xfrm rot="10800000" flipH="1">
            <a:off x="3430604" y="14985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04" name="Google Shape;604;p43"/>
          <p:cNvSpPr/>
          <p:nvPr/>
        </p:nvSpPr>
        <p:spPr>
          <a:xfrm rot="10800000" flipH="1">
            <a:off x="1187504" y="464891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05" name="Google Shape;605;p43"/>
          <p:cNvSpPr/>
          <p:nvPr/>
        </p:nvSpPr>
        <p:spPr>
          <a:xfrm rot="10800000" flipH="1">
            <a:off x="268404" y="140365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06" name="Google Shape;606;p43"/>
          <p:cNvSpPr/>
          <p:nvPr/>
        </p:nvSpPr>
        <p:spPr>
          <a:xfrm rot="10800000" flipH="1">
            <a:off x="1818637" y="983824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07" name="Google Shape;607;p43"/>
          <p:cNvSpPr/>
          <p:nvPr/>
        </p:nvSpPr>
        <p:spPr>
          <a:xfrm rot="10800000">
            <a:off x="11791655" y="140525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29222406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4"/>
          <p:cNvSpPr/>
          <p:nvPr/>
        </p:nvSpPr>
        <p:spPr>
          <a:xfrm rot="-5400000" flipH="1">
            <a:off x="9859551" y="3681389"/>
            <a:ext cx="3257661" cy="758308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10" name="Google Shape;610;p44"/>
          <p:cNvSpPr/>
          <p:nvPr/>
        </p:nvSpPr>
        <p:spPr>
          <a:xfrm rot="-5399497">
            <a:off x="8729410" y="2563472"/>
            <a:ext cx="6020449" cy="90445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11" name="Google Shape;611;p44"/>
          <p:cNvSpPr/>
          <p:nvPr/>
        </p:nvSpPr>
        <p:spPr>
          <a:xfrm rot="-5400440" flipH="1">
            <a:off x="8268809" y="2946989"/>
            <a:ext cx="6882276" cy="963896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12" name="Google Shape;612;p44"/>
          <p:cNvSpPr txBox="1">
            <a:spLocks noGrp="1"/>
          </p:cNvSpPr>
          <p:nvPr>
            <p:ph type="subTitle" idx="1"/>
          </p:nvPr>
        </p:nvSpPr>
        <p:spPr>
          <a:xfrm>
            <a:off x="4438588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3" name="Google Shape;613;p44"/>
          <p:cNvSpPr txBox="1">
            <a:spLocks noGrp="1"/>
          </p:cNvSpPr>
          <p:nvPr>
            <p:ph type="subTitle" idx="2"/>
          </p:nvPr>
        </p:nvSpPr>
        <p:spPr>
          <a:xfrm>
            <a:off x="4814588" y="30664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4" name="Google Shape;614;p44"/>
          <p:cNvSpPr txBox="1">
            <a:spLocks noGrp="1"/>
          </p:cNvSpPr>
          <p:nvPr>
            <p:ph type="subTitle" idx="3"/>
          </p:nvPr>
        </p:nvSpPr>
        <p:spPr>
          <a:xfrm>
            <a:off x="108275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5" name="Google Shape;615;p44"/>
          <p:cNvSpPr txBox="1">
            <a:spLocks noGrp="1"/>
          </p:cNvSpPr>
          <p:nvPr>
            <p:ph type="subTitle" idx="4"/>
          </p:nvPr>
        </p:nvSpPr>
        <p:spPr>
          <a:xfrm>
            <a:off x="1458751" y="30664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6" name="Google Shape;616;p44"/>
          <p:cNvSpPr txBox="1">
            <a:spLocks noGrp="1"/>
          </p:cNvSpPr>
          <p:nvPr>
            <p:ph type="subTitle" idx="5"/>
          </p:nvPr>
        </p:nvSpPr>
        <p:spPr>
          <a:xfrm>
            <a:off x="4438588" y="46796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7" name="Google Shape;617;p44"/>
          <p:cNvSpPr txBox="1">
            <a:spLocks noGrp="1"/>
          </p:cNvSpPr>
          <p:nvPr>
            <p:ph type="subTitle" idx="6"/>
          </p:nvPr>
        </p:nvSpPr>
        <p:spPr>
          <a:xfrm>
            <a:off x="4814588" y="52067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8" name="Google Shape;618;p44"/>
          <p:cNvSpPr txBox="1">
            <a:spLocks noGrp="1"/>
          </p:cNvSpPr>
          <p:nvPr>
            <p:ph type="subTitle" idx="7"/>
          </p:nvPr>
        </p:nvSpPr>
        <p:spPr>
          <a:xfrm>
            <a:off x="1082751" y="46796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19" name="Google Shape;619;p44"/>
          <p:cNvSpPr txBox="1">
            <a:spLocks noGrp="1"/>
          </p:cNvSpPr>
          <p:nvPr>
            <p:ph type="subTitle" idx="8"/>
          </p:nvPr>
        </p:nvSpPr>
        <p:spPr>
          <a:xfrm>
            <a:off x="1458751" y="52067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0" name="Google Shape;620;p44"/>
          <p:cNvSpPr txBox="1">
            <a:spLocks noGrp="1"/>
          </p:cNvSpPr>
          <p:nvPr>
            <p:ph type="subTitle" idx="9"/>
          </p:nvPr>
        </p:nvSpPr>
        <p:spPr>
          <a:xfrm>
            <a:off x="779442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1" name="Google Shape;621;p44"/>
          <p:cNvSpPr txBox="1">
            <a:spLocks noGrp="1"/>
          </p:cNvSpPr>
          <p:nvPr>
            <p:ph type="subTitle" idx="13"/>
          </p:nvPr>
        </p:nvSpPr>
        <p:spPr>
          <a:xfrm>
            <a:off x="8170421" y="30664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2" name="Google Shape;622;p44"/>
          <p:cNvSpPr txBox="1">
            <a:spLocks noGrp="1"/>
          </p:cNvSpPr>
          <p:nvPr>
            <p:ph type="subTitle" idx="14"/>
          </p:nvPr>
        </p:nvSpPr>
        <p:spPr>
          <a:xfrm>
            <a:off x="7794421" y="46796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3" name="Google Shape;623;p44"/>
          <p:cNvSpPr txBox="1">
            <a:spLocks noGrp="1"/>
          </p:cNvSpPr>
          <p:nvPr>
            <p:ph type="subTitle" idx="15"/>
          </p:nvPr>
        </p:nvSpPr>
        <p:spPr>
          <a:xfrm>
            <a:off x="8170421" y="52067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24" name="Google Shape;624;p44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25" name="Google Shape;625;p44"/>
          <p:cNvSpPr/>
          <p:nvPr/>
        </p:nvSpPr>
        <p:spPr>
          <a:xfrm>
            <a:off x="11135625" y="2251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26" name="Google Shape;626;p44"/>
          <p:cNvSpPr/>
          <p:nvPr/>
        </p:nvSpPr>
        <p:spPr>
          <a:xfrm>
            <a:off x="11152641" y="64110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27" name="Google Shape;627;p44"/>
          <p:cNvSpPr/>
          <p:nvPr/>
        </p:nvSpPr>
        <p:spPr>
          <a:xfrm rot="10800000">
            <a:off x="11353641" y="19874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28" name="Google Shape;628;p44"/>
          <p:cNvSpPr/>
          <p:nvPr/>
        </p:nvSpPr>
        <p:spPr>
          <a:xfrm>
            <a:off x="10587925" y="39963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29" name="Google Shape;629;p44"/>
          <p:cNvSpPr/>
          <p:nvPr/>
        </p:nvSpPr>
        <p:spPr>
          <a:xfrm rot="5400000">
            <a:off x="-2053099" y="1426572"/>
            <a:ext cx="4448705" cy="807963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30" name="Google Shape;630;p44"/>
          <p:cNvSpPr/>
          <p:nvPr/>
        </p:nvSpPr>
        <p:spPr>
          <a:xfrm rot="6392579" flipH="1">
            <a:off x="-2782127" y="452280"/>
            <a:ext cx="5477900" cy="1500704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31" name="Google Shape;631;p44"/>
          <p:cNvSpPr/>
          <p:nvPr/>
        </p:nvSpPr>
        <p:spPr>
          <a:xfrm rot="5980549">
            <a:off x="-3167587" y="670442"/>
            <a:ext cx="6454173" cy="1512841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32" name="Google Shape;632;p44"/>
          <p:cNvSpPr/>
          <p:nvPr/>
        </p:nvSpPr>
        <p:spPr>
          <a:xfrm rot="10800000">
            <a:off x="153851" y="2797304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33" name="Google Shape;633;p44"/>
          <p:cNvSpPr/>
          <p:nvPr/>
        </p:nvSpPr>
        <p:spPr>
          <a:xfrm rot="10800000">
            <a:off x="481700" y="56275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34" name="Google Shape;634;p44"/>
          <p:cNvSpPr/>
          <p:nvPr/>
        </p:nvSpPr>
        <p:spPr>
          <a:xfrm>
            <a:off x="444033" y="192133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35" name="Google Shape;635;p44"/>
          <p:cNvSpPr/>
          <p:nvPr/>
        </p:nvSpPr>
        <p:spPr>
          <a:xfrm rot="10800000">
            <a:off x="2124817" y="-44082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13031197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Title and five columns 1"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5"/>
          <p:cNvSpPr txBox="1">
            <a:spLocks noGrp="1"/>
          </p:cNvSpPr>
          <p:nvPr>
            <p:ph type="title"/>
          </p:nvPr>
        </p:nvSpPr>
        <p:spPr>
          <a:xfrm>
            <a:off x="1465251" y="16759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38" name="Google Shape;638;p45"/>
          <p:cNvSpPr txBox="1">
            <a:spLocks noGrp="1"/>
          </p:cNvSpPr>
          <p:nvPr>
            <p:ph type="subTitle" idx="1"/>
          </p:nvPr>
        </p:nvSpPr>
        <p:spPr>
          <a:xfrm>
            <a:off x="1465251" y="20987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39" name="Google Shape;639;p45"/>
          <p:cNvSpPr txBox="1">
            <a:spLocks noGrp="1"/>
          </p:cNvSpPr>
          <p:nvPr>
            <p:ph type="title" idx="2"/>
          </p:nvPr>
        </p:nvSpPr>
        <p:spPr>
          <a:xfrm>
            <a:off x="8001951" y="16759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0" name="Google Shape;640;p45"/>
          <p:cNvSpPr txBox="1">
            <a:spLocks noGrp="1"/>
          </p:cNvSpPr>
          <p:nvPr>
            <p:ph type="subTitle" idx="3"/>
          </p:nvPr>
        </p:nvSpPr>
        <p:spPr>
          <a:xfrm>
            <a:off x="8001951" y="20987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1" name="Google Shape;641;p45"/>
          <p:cNvSpPr txBox="1">
            <a:spLocks noGrp="1"/>
          </p:cNvSpPr>
          <p:nvPr>
            <p:ph type="title" idx="4"/>
          </p:nvPr>
        </p:nvSpPr>
        <p:spPr>
          <a:xfrm>
            <a:off x="1493651" y="45376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2" name="Google Shape;642;p45"/>
          <p:cNvSpPr txBox="1">
            <a:spLocks noGrp="1"/>
          </p:cNvSpPr>
          <p:nvPr>
            <p:ph type="subTitle" idx="5"/>
          </p:nvPr>
        </p:nvSpPr>
        <p:spPr>
          <a:xfrm>
            <a:off x="1493651" y="49604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3" name="Google Shape;643;p45"/>
          <p:cNvSpPr txBox="1">
            <a:spLocks noGrp="1"/>
          </p:cNvSpPr>
          <p:nvPr>
            <p:ph type="title" idx="6"/>
          </p:nvPr>
        </p:nvSpPr>
        <p:spPr>
          <a:xfrm>
            <a:off x="8030351" y="45376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4" name="Google Shape;644;p45"/>
          <p:cNvSpPr txBox="1">
            <a:spLocks noGrp="1"/>
          </p:cNvSpPr>
          <p:nvPr>
            <p:ph type="subTitle" idx="7"/>
          </p:nvPr>
        </p:nvSpPr>
        <p:spPr>
          <a:xfrm>
            <a:off x="8030351" y="49604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5" name="Google Shape;645;p45"/>
          <p:cNvSpPr txBox="1">
            <a:spLocks noGrp="1"/>
          </p:cNvSpPr>
          <p:nvPr>
            <p:ph type="title" idx="8"/>
          </p:nvPr>
        </p:nvSpPr>
        <p:spPr>
          <a:xfrm>
            <a:off x="4733600" y="3106751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46" name="Google Shape;646;p45"/>
          <p:cNvSpPr txBox="1">
            <a:spLocks noGrp="1"/>
          </p:cNvSpPr>
          <p:nvPr>
            <p:ph type="subTitle" idx="9"/>
          </p:nvPr>
        </p:nvSpPr>
        <p:spPr>
          <a:xfrm>
            <a:off x="4733600" y="352964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47" name="Google Shape;647;p45"/>
          <p:cNvSpPr/>
          <p:nvPr/>
        </p:nvSpPr>
        <p:spPr>
          <a:xfrm rot="-1518785" flipH="1">
            <a:off x="144295" y="-18181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48" name="Google Shape;648;p45"/>
          <p:cNvSpPr/>
          <p:nvPr/>
        </p:nvSpPr>
        <p:spPr>
          <a:xfrm rot="-1519228" flipH="1">
            <a:off x="-669836" y="-955150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49" name="Google Shape;649;p45"/>
          <p:cNvSpPr/>
          <p:nvPr/>
        </p:nvSpPr>
        <p:spPr>
          <a:xfrm rot="-1518617">
            <a:off x="-1304856" y="-844822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50" name="Google Shape;650;p45"/>
          <p:cNvSpPr/>
          <p:nvPr/>
        </p:nvSpPr>
        <p:spPr>
          <a:xfrm>
            <a:off x="-970244" y="5473868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51" name="Google Shape;651;p45"/>
          <p:cNvSpPr/>
          <p:nvPr/>
        </p:nvSpPr>
        <p:spPr>
          <a:xfrm rot="1432117" flipH="1">
            <a:off x="-1325510" y="5767891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52" name="Google Shape;652;p45"/>
          <p:cNvSpPr/>
          <p:nvPr/>
        </p:nvSpPr>
        <p:spPr>
          <a:xfrm rot="855778">
            <a:off x="-2040618" y="5611889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53" name="Google Shape;653;p45"/>
          <p:cNvSpPr txBox="1">
            <a:spLocks noGrp="1"/>
          </p:cNvSpPr>
          <p:nvPr>
            <p:ph type="title" idx="13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54" name="Google Shape;654;p45"/>
          <p:cNvSpPr/>
          <p:nvPr/>
        </p:nvSpPr>
        <p:spPr>
          <a:xfrm rot="5400000">
            <a:off x="3558459" y="2033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55" name="Google Shape;655;p45"/>
          <p:cNvSpPr/>
          <p:nvPr/>
        </p:nvSpPr>
        <p:spPr>
          <a:xfrm rot="5400000">
            <a:off x="1342108" y="5956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56" name="Google Shape;656;p45"/>
          <p:cNvSpPr/>
          <p:nvPr/>
        </p:nvSpPr>
        <p:spPr>
          <a:xfrm rot="-5400000">
            <a:off x="2682692" y="-208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57" name="Google Shape;657;p45"/>
          <p:cNvSpPr/>
          <p:nvPr/>
        </p:nvSpPr>
        <p:spPr>
          <a:xfrm rot="5400000">
            <a:off x="467159" y="5109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69100933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6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0" name="Google Shape;660;p46"/>
          <p:cNvSpPr txBox="1">
            <a:spLocks noGrp="1"/>
          </p:cNvSpPr>
          <p:nvPr>
            <p:ph type="title" idx="2"/>
          </p:nvPr>
        </p:nvSpPr>
        <p:spPr>
          <a:xfrm>
            <a:off x="1321167" y="20406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1" name="Google Shape;661;p46"/>
          <p:cNvSpPr txBox="1">
            <a:spLocks noGrp="1"/>
          </p:cNvSpPr>
          <p:nvPr>
            <p:ph type="subTitle" idx="1"/>
          </p:nvPr>
        </p:nvSpPr>
        <p:spPr>
          <a:xfrm>
            <a:off x="1321167" y="26454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2" name="Google Shape;662;p46"/>
          <p:cNvSpPr txBox="1">
            <a:spLocks noGrp="1"/>
          </p:cNvSpPr>
          <p:nvPr>
            <p:ph type="title" idx="3"/>
          </p:nvPr>
        </p:nvSpPr>
        <p:spPr>
          <a:xfrm>
            <a:off x="3030367" y="39518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3" name="Google Shape;663;p46"/>
          <p:cNvSpPr txBox="1">
            <a:spLocks noGrp="1"/>
          </p:cNvSpPr>
          <p:nvPr>
            <p:ph type="subTitle" idx="4"/>
          </p:nvPr>
        </p:nvSpPr>
        <p:spPr>
          <a:xfrm>
            <a:off x="3030367" y="45566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4" name="Google Shape;664;p46"/>
          <p:cNvSpPr txBox="1">
            <a:spLocks noGrp="1"/>
          </p:cNvSpPr>
          <p:nvPr>
            <p:ph type="title" idx="5"/>
          </p:nvPr>
        </p:nvSpPr>
        <p:spPr>
          <a:xfrm>
            <a:off x="8158033" y="20406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5" name="Google Shape;665;p46"/>
          <p:cNvSpPr txBox="1">
            <a:spLocks noGrp="1"/>
          </p:cNvSpPr>
          <p:nvPr>
            <p:ph type="subTitle" idx="6"/>
          </p:nvPr>
        </p:nvSpPr>
        <p:spPr>
          <a:xfrm>
            <a:off x="8158033" y="26454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6" name="Google Shape;666;p46"/>
          <p:cNvSpPr txBox="1">
            <a:spLocks noGrp="1"/>
          </p:cNvSpPr>
          <p:nvPr>
            <p:ph type="title" idx="7"/>
          </p:nvPr>
        </p:nvSpPr>
        <p:spPr>
          <a:xfrm>
            <a:off x="6448800" y="39518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7" name="Google Shape;667;p46"/>
          <p:cNvSpPr txBox="1">
            <a:spLocks noGrp="1"/>
          </p:cNvSpPr>
          <p:nvPr>
            <p:ph type="subTitle" idx="8"/>
          </p:nvPr>
        </p:nvSpPr>
        <p:spPr>
          <a:xfrm>
            <a:off x="6448800" y="45566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68" name="Google Shape;668;p46"/>
          <p:cNvSpPr txBox="1">
            <a:spLocks noGrp="1"/>
          </p:cNvSpPr>
          <p:nvPr>
            <p:ph type="title" idx="9"/>
          </p:nvPr>
        </p:nvSpPr>
        <p:spPr>
          <a:xfrm>
            <a:off x="4739567" y="2040600"/>
            <a:ext cx="27128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9" name="Google Shape;669;p46"/>
          <p:cNvSpPr txBox="1">
            <a:spLocks noGrp="1"/>
          </p:cNvSpPr>
          <p:nvPr>
            <p:ph type="subTitle" idx="13"/>
          </p:nvPr>
        </p:nvSpPr>
        <p:spPr>
          <a:xfrm>
            <a:off x="4739567" y="2645400"/>
            <a:ext cx="2712800" cy="8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70" name="Google Shape;670;p46"/>
          <p:cNvSpPr/>
          <p:nvPr/>
        </p:nvSpPr>
        <p:spPr>
          <a:xfrm>
            <a:off x="-819719" y="5413205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1" name="Google Shape;671;p46"/>
          <p:cNvSpPr/>
          <p:nvPr/>
        </p:nvSpPr>
        <p:spPr>
          <a:xfrm rot="1432117" flipH="1">
            <a:off x="-1174986" y="5707227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2" name="Google Shape;672;p46"/>
          <p:cNvSpPr/>
          <p:nvPr/>
        </p:nvSpPr>
        <p:spPr>
          <a:xfrm rot="855778">
            <a:off x="-1890094" y="5551225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3" name="Google Shape;673;p46"/>
          <p:cNvSpPr/>
          <p:nvPr/>
        </p:nvSpPr>
        <p:spPr>
          <a:xfrm rot="5027361" flipH="1">
            <a:off x="11465099" y="5389462"/>
            <a:ext cx="2228005" cy="2130383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4" name="Google Shape;674;p46"/>
          <p:cNvSpPr/>
          <p:nvPr/>
        </p:nvSpPr>
        <p:spPr>
          <a:xfrm rot="10093095" flipH="1">
            <a:off x="9360036" y="5931063"/>
            <a:ext cx="4743037" cy="128890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5" name="Google Shape;675;p46"/>
          <p:cNvSpPr/>
          <p:nvPr/>
        </p:nvSpPr>
        <p:spPr>
          <a:xfrm rot="10800000" flipH="1">
            <a:off x="9360094" y="5806646"/>
            <a:ext cx="4742205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6" name="Google Shape;676;p46"/>
          <p:cNvSpPr/>
          <p:nvPr/>
        </p:nvSpPr>
        <p:spPr>
          <a:xfrm rot="5400000">
            <a:off x="11458775" y="5663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7" name="Google Shape;677;p46"/>
          <p:cNvSpPr/>
          <p:nvPr/>
        </p:nvSpPr>
        <p:spPr>
          <a:xfrm rot="5400000">
            <a:off x="1081125" y="57649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8" name="Google Shape;678;p46"/>
          <p:cNvSpPr/>
          <p:nvPr/>
        </p:nvSpPr>
        <p:spPr>
          <a:xfrm rot="-5400000">
            <a:off x="10583008" y="5460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79" name="Google Shape;679;p46"/>
          <p:cNvSpPr/>
          <p:nvPr/>
        </p:nvSpPr>
        <p:spPr>
          <a:xfrm rot="5400000">
            <a:off x="206175" y="49186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96295466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7"/>
          <p:cNvSpPr txBox="1">
            <a:spLocks noGrp="1"/>
          </p:cNvSpPr>
          <p:nvPr>
            <p:ph type="title"/>
          </p:nvPr>
        </p:nvSpPr>
        <p:spPr>
          <a:xfrm>
            <a:off x="2057800" y="484367"/>
            <a:ext cx="807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82" name="Google Shape;682;p47"/>
          <p:cNvSpPr txBox="1">
            <a:spLocks noGrp="1"/>
          </p:cNvSpPr>
          <p:nvPr>
            <p:ph type="subTitle" idx="1"/>
          </p:nvPr>
        </p:nvSpPr>
        <p:spPr>
          <a:xfrm>
            <a:off x="6500843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3" name="Google Shape;683;p47"/>
          <p:cNvSpPr txBox="1">
            <a:spLocks noGrp="1"/>
          </p:cNvSpPr>
          <p:nvPr>
            <p:ph type="subTitle" idx="2"/>
          </p:nvPr>
        </p:nvSpPr>
        <p:spPr>
          <a:xfrm>
            <a:off x="6876751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4" name="Google Shape;684;p47"/>
          <p:cNvSpPr txBox="1">
            <a:spLocks noGrp="1"/>
          </p:cNvSpPr>
          <p:nvPr>
            <p:ph type="subTitle" idx="3"/>
          </p:nvPr>
        </p:nvSpPr>
        <p:spPr>
          <a:xfrm>
            <a:off x="2376351" y="25393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5" name="Google Shape;685;p47"/>
          <p:cNvSpPr txBox="1">
            <a:spLocks noGrp="1"/>
          </p:cNvSpPr>
          <p:nvPr>
            <p:ph type="subTitle" idx="4"/>
          </p:nvPr>
        </p:nvSpPr>
        <p:spPr>
          <a:xfrm>
            <a:off x="2752500" y="2964800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6" name="Google Shape;686;p47"/>
          <p:cNvSpPr txBox="1">
            <a:spLocks noGrp="1"/>
          </p:cNvSpPr>
          <p:nvPr>
            <p:ph type="subTitle" idx="5"/>
          </p:nvPr>
        </p:nvSpPr>
        <p:spPr>
          <a:xfrm>
            <a:off x="6500800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7" name="Google Shape;687;p47"/>
          <p:cNvSpPr txBox="1">
            <a:spLocks noGrp="1"/>
          </p:cNvSpPr>
          <p:nvPr>
            <p:ph type="subTitle" idx="6"/>
          </p:nvPr>
        </p:nvSpPr>
        <p:spPr>
          <a:xfrm>
            <a:off x="6876751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8" name="Google Shape;688;p47"/>
          <p:cNvSpPr txBox="1">
            <a:spLocks noGrp="1"/>
          </p:cNvSpPr>
          <p:nvPr>
            <p:ph type="subTitle" idx="7"/>
          </p:nvPr>
        </p:nvSpPr>
        <p:spPr>
          <a:xfrm>
            <a:off x="2376351" y="5086000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89" name="Google Shape;689;p47"/>
          <p:cNvSpPr txBox="1">
            <a:spLocks noGrp="1"/>
          </p:cNvSpPr>
          <p:nvPr>
            <p:ph type="subTitle" idx="8"/>
          </p:nvPr>
        </p:nvSpPr>
        <p:spPr>
          <a:xfrm>
            <a:off x="2752500" y="5511504"/>
            <a:ext cx="2562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690" name="Google Shape;690;p47"/>
          <p:cNvSpPr/>
          <p:nvPr/>
        </p:nvSpPr>
        <p:spPr>
          <a:xfrm rot="-5400000" flipH="1">
            <a:off x="-4129329" y="292282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1" name="Google Shape;691;p47"/>
          <p:cNvSpPr/>
          <p:nvPr/>
        </p:nvSpPr>
        <p:spPr>
          <a:xfrm rot="5400000">
            <a:off x="-2561733" y="4131251"/>
            <a:ext cx="5695767" cy="156993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2" name="Google Shape;692;p47"/>
          <p:cNvSpPr/>
          <p:nvPr/>
        </p:nvSpPr>
        <p:spPr>
          <a:xfrm rot="147" flipH="1">
            <a:off x="-535861" y="4240130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3" name="Google Shape;693;p47"/>
          <p:cNvSpPr/>
          <p:nvPr/>
        </p:nvSpPr>
        <p:spPr>
          <a:xfrm rot="-5400000" flipH="1">
            <a:off x="1119281" y="515275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4" name="Google Shape;694;p47"/>
          <p:cNvSpPr/>
          <p:nvPr/>
        </p:nvSpPr>
        <p:spPr>
          <a:xfrm rot="-5400000" flipH="1">
            <a:off x="502015" y="1446652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5" name="Google Shape;695;p47"/>
          <p:cNvSpPr/>
          <p:nvPr/>
        </p:nvSpPr>
        <p:spPr>
          <a:xfrm rot="-5400000" flipH="1">
            <a:off x="1265315" y="230785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6" name="Google Shape;696;p47"/>
          <p:cNvSpPr/>
          <p:nvPr/>
        </p:nvSpPr>
        <p:spPr>
          <a:xfrm rot="5400000" flipH="1">
            <a:off x="7107590" y="2922829"/>
            <a:ext cx="9186761" cy="1173337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7" name="Google Shape;697;p47"/>
          <p:cNvSpPr/>
          <p:nvPr/>
        </p:nvSpPr>
        <p:spPr>
          <a:xfrm rot="-5400000">
            <a:off x="9030987" y="1317811"/>
            <a:ext cx="5695767" cy="1569933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8" name="Google Shape;698;p47"/>
          <p:cNvSpPr/>
          <p:nvPr/>
        </p:nvSpPr>
        <p:spPr>
          <a:xfrm rot="-10799853" flipH="1">
            <a:off x="10827763" y="-12933"/>
            <a:ext cx="1873119" cy="2791797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699" name="Google Shape;699;p47"/>
          <p:cNvSpPr/>
          <p:nvPr/>
        </p:nvSpPr>
        <p:spPr>
          <a:xfrm rot="5400000" flipH="1">
            <a:off x="10473439" y="68250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00" name="Google Shape;700;p47"/>
          <p:cNvSpPr/>
          <p:nvPr/>
        </p:nvSpPr>
        <p:spPr>
          <a:xfrm rot="5400000" flipH="1">
            <a:off x="10827739" y="164824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01" name="Google Shape;701;p47"/>
          <p:cNvSpPr/>
          <p:nvPr/>
        </p:nvSpPr>
        <p:spPr>
          <a:xfrm rot="5400000" flipH="1">
            <a:off x="11445005" y="535434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02" name="Google Shape;702;p47"/>
          <p:cNvSpPr/>
          <p:nvPr/>
        </p:nvSpPr>
        <p:spPr>
          <a:xfrm rot="5400000" flipH="1">
            <a:off x="10768505" y="457954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03" name="Google Shape;703;p47"/>
          <p:cNvSpPr/>
          <p:nvPr/>
        </p:nvSpPr>
        <p:spPr>
          <a:xfrm rot="-5400000" flipH="1">
            <a:off x="1560381" y="620488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58931608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8"/>
          <p:cNvSpPr txBox="1">
            <a:spLocks noGrp="1"/>
          </p:cNvSpPr>
          <p:nvPr>
            <p:ph type="title"/>
          </p:nvPr>
        </p:nvSpPr>
        <p:spPr>
          <a:xfrm flipH="1">
            <a:off x="1278669" y="2692967"/>
            <a:ext cx="52416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06" name="Google Shape;706;p48"/>
          <p:cNvSpPr txBox="1">
            <a:spLocks noGrp="1"/>
          </p:cNvSpPr>
          <p:nvPr>
            <p:ph type="subTitle" idx="1"/>
          </p:nvPr>
        </p:nvSpPr>
        <p:spPr>
          <a:xfrm flipH="1">
            <a:off x="1278787" y="3421033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2000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07" name="Google Shape;707;p48"/>
          <p:cNvSpPr/>
          <p:nvPr/>
        </p:nvSpPr>
        <p:spPr>
          <a:xfrm rot="-132439" flipH="1">
            <a:off x="407828" y="-5322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08" name="Google Shape;708;p48"/>
          <p:cNvSpPr/>
          <p:nvPr/>
        </p:nvSpPr>
        <p:spPr>
          <a:xfrm flipH="1">
            <a:off x="536613" y="-176902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09" name="Google Shape;709;p48"/>
          <p:cNvSpPr/>
          <p:nvPr/>
        </p:nvSpPr>
        <p:spPr>
          <a:xfrm rot="10800000" flipH="1">
            <a:off x="-362816" y="-14504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0" name="Google Shape;710;p48"/>
          <p:cNvSpPr/>
          <p:nvPr/>
        </p:nvSpPr>
        <p:spPr>
          <a:xfrm rot="10800000" flipH="1">
            <a:off x="536601" y="14486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1" name="Google Shape;711;p48"/>
          <p:cNvSpPr/>
          <p:nvPr/>
        </p:nvSpPr>
        <p:spPr>
          <a:xfrm rot="10800000" flipH="1">
            <a:off x="1537401" y="86408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2" name="Google Shape;712;p48"/>
          <p:cNvSpPr/>
          <p:nvPr/>
        </p:nvSpPr>
        <p:spPr>
          <a:xfrm rot="10800000" flipH="1">
            <a:off x="3813001" y="401616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3" name="Google Shape;713;p48"/>
          <p:cNvSpPr/>
          <p:nvPr/>
        </p:nvSpPr>
        <p:spPr>
          <a:xfrm rot="-10667561">
            <a:off x="407828" y="5858447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4" name="Google Shape;714;p48"/>
          <p:cNvSpPr/>
          <p:nvPr/>
        </p:nvSpPr>
        <p:spPr>
          <a:xfrm rot="10800000">
            <a:off x="536613" y="5734796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5" name="Google Shape;715;p48"/>
          <p:cNvSpPr/>
          <p:nvPr/>
        </p:nvSpPr>
        <p:spPr>
          <a:xfrm>
            <a:off x="-362816" y="5542150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6" name="Google Shape;716;p48"/>
          <p:cNvSpPr/>
          <p:nvPr/>
        </p:nvSpPr>
        <p:spPr>
          <a:xfrm>
            <a:off x="536601" y="5266265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7" name="Google Shape;717;p48"/>
          <p:cNvSpPr/>
          <p:nvPr/>
        </p:nvSpPr>
        <p:spPr>
          <a:xfrm>
            <a:off x="1537401" y="585083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8" name="Google Shape;718;p48"/>
          <p:cNvSpPr/>
          <p:nvPr/>
        </p:nvSpPr>
        <p:spPr>
          <a:xfrm>
            <a:off x="3813001" y="63132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19" name="Google Shape;719;p48"/>
          <p:cNvSpPr/>
          <p:nvPr/>
        </p:nvSpPr>
        <p:spPr>
          <a:xfrm>
            <a:off x="6995568" y="642436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20" name="Google Shape;720;p48"/>
          <p:cNvSpPr/>
          <p:nvPr/>
        </p:nvSpPr>
        <p:spPr>
          <a:xfrm rot="10800000" flipH="1">
            <a:off x="6995568" y="2041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10335832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9"/>
          <p:cNvSpPr txBox="1">
            <a:spLocks noGrp="1"/>
          </p:cNvSpPr>
          <p:nvPr>
            <p:ph type="title"/>
          </p:nvPr>
        </p:nvSpPr>
        <p:spPr>
          <a:xfrm flipH="1">
            <a:off x="1375132" y="1237367"/>
            <a:ext cx="4990000" cy="227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3" name="Google Shape;723;p49"/>
          <p:cNvSpPr txBox="1">
            <a:spLocks noGrp="1"/>
          </p:cNvSpPr>
          <p:nvPr>
            <p:ph type="subTitle" idx="1"/>
          </p:nvPr>
        </p:nvSpPr>
        <p:spPr>
          <a:xfrm flipH="1">
            <a:off x="1374725" y="3522533"/>
            <a:ext cx="4990000" cy="20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24" name="Google Shape;724;p49"/>
          <p:cNvSpPr/>
          <p:nvPr/>
        </p:nvSpPr>
        <p:spPr>
          <a:xfrm>
            <a:off x="0" y="0"/>
            <a:ext cx="593200" cy="5932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25" name="Google Shape;725;p49"/>
          <p:cNvSpPr/>
          <p:nvPr/>
        </p:nvSpPr>
        <p:spPr>
          <a:xfrm rot="-9281215">
            <a:off x="220401" y="5604975"/>
            <a:ext cx="2970832" cy="1225239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26" name="Google Shape;726;p49"/>
          <p:cNvSpPr/>
          <p:nvPr/>
        </p:nvSpPr>
        <p:spPr>
          <a:xfrm rot="-9280772">
            <a:off x="-593729" y="5862083"/>
            <a:ext cx="5043973" cy="190509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27" name="Google Shape;727;p49"/>
          <p:cNvSpPr/>
          <p:nvPr/>
        </p:nvSpPr>
        <p:spPr>
          <a:xfrm rot="-9281383" flipH="1">
            <a:off x="-1228749" y="5198448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28" name="Google Shape;728;p49"/>
          <p:cNvSpPr/>
          <p:nvPr/>
        </p:nvSpPr>
        <p:spPr>
          <a:xfrm rot="10800000" flipH="1">
            <a:off x="-894137" y="10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29" name="Google Shape;729;p49"/>
          <p:cNvSpPr/>
          <p:nvPr/>
        </p:nvSpPr>
        <p:spPr>
          <a:xfrm rot="9367883">
            <a:off x="-1249403" y="-45072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30" name="Google Shape;730;p49"/>
          <p:cNvSpPr/>
          <p:nvPr/>
        </p:nvSpPr>
        <p:spPr>
          <a:xfrm rot="-1518617">
            <a:off x="-1323756" y="-1160355"/>
            <a:ext cx="5686328" cy="2458409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31" name="Google Shape;731;p49"/>
          <p:cNvSpPr/>
          <p:nvPr/>
        </p:nvSpPr>
        <p:spPr>
          <a:xfrm rot="5400000">
            <a:off x="2936259" y="61284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32" name="Google Shape;732;p49"/>
          <p:cNvSpPr/>
          <p:nvPr/>
        </p:nvSpPr>
        <p:spPr>
          <a:xfrm rot="-5400000">
            <a:off x="753475" y="1096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61294290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0"/>
          <p:cNvSpPr txBox="1">
            <a:spLocks noGrp="1"/>
          </p:cNvSpPr>
          <p:nvPr>
            <p:ph type="title"/>
          </p:nvPr>
        </p:nvSpPr>
        <p:spPr>
          <a:xfrm>
            <a:off x="5671733" y="2692967"/>
            <a:ext cx="52416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35" name="Google Shape;735;p50"/>
          <p:cNvSpPr txBox="1">
            <a:spLocks noGrp="1"/>
          </p:cNvSpPr>
          <p:nvPr>
            <p:ph type="subTitle" idx="1"/>
          </p:nvPr>
        </p:nvSpPr>
        <p:spPr>
          <a:xfrm>
            <a:off x="6914816" y="3421033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2000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36" name="Google Shape;736;p50"/>
          <p:cNvSpPr/>
          <p:nvPr/>
        </p:nvSpPr>
        <p:spPr>
          <a:xfrm rot="10800000">
            <a:off x="5250017" y="5881165"/>
            <a:ext cx="5249311" cy="977032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37" name="Google Shape;737;p50"/>
          <p:cNvSpPr/>
          <p:nvPr/>
        </p:nvSpPr>
        <p:spPr>
          <a:xfrm flipH="1">
            <a:off x="5252850" y="132"/>
            <a:ext cx="6835569" cy="1727905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38" name="Google Shape;738;p50"/>
          <p:cNvSpPr/>
          <p:nvPr/>
        </p:nvSpPr>
        <p:spPr>
          <a:xfrm rot="10800000" flipH="1">
            <a:off x="6293352" y="5522235"/>
            <a:ext cx="7646707" cy="1335963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39" name="Google Shape;739;p50"/>
          <p:cNvSpPr/>
          <p:nvPr/>
        </p:nvSpPr>
        <p:spPr>
          <a:xfrm rot="10800000" flipH="1">
            <a:off x="6684612" y="273"/>
            <a:ext cx="5507776" cy="196378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40" name="Google Shape;740;p50"/>
          <p:cNvSpPr/>
          <p:nvPr/>
        </p:nvSpPr>
        <p:spPr>
          <a:xfrm rot="10800000">
            <a:off x="7505048" y="653"/>
            <a:ext cx="4686864" cy="196354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41" name="Google Shape;741;p50"/>
          <p:cNvSpPr/>
          <p:nvPr/>
        </p:nvSpPr>
        <p:spPr>
          <a:xfrm rot="10800000">
            <a:off x="6960777" y="5684627"/>
            <a:ext cx="5249473" cy="1173572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42" name="Google Shape;742;p50"/>
          <p:cNvSpPr/>
          <p:nvPr/>
        </p:nvSpPr>
        <p:spPr>
          <a:xfrm rot="5400000">
            <a:off x="8703808" y="597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43" name="Google Shape;743;p50"/>
          <p:cNvSpPr/>
          <p:nvPr/>
        </p:nvSpPr>
        <p:spPr>
          <a:xfrm rot="5400000">
            <a:off x="7373625" y="12603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44" name="Google Shape;744;p50"/>
          <p:cNvSpPr/>
          <p:nvPr/>
        </p:nvSpPr>
        <p:spPr>
          <a:xfrm rot="-5400000">
            <a:off x="7828041" y="57741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45" name="Google Shape;745;p50"/>
          <p:cNvSpPr/>
          <p:nvPr/>
        </p:nvSpPr>
        <p:spPr>
          <a:xfrm rot="5400000">
            <a:off x="6498675" y="4139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09278829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1"/>
          <p:cNvSpPr txBox="1">
            <a:spLocks noGrp="1"/>
          </p:cNvSpPr>
          <p:nvPr>
            <p:ph type="title"/>
          </p:nvPr>
        </p:nvSpPr>
        <p:spPr>
          <a:xfrm flipH="1">
            <a:off x="1278669" y="2692967"/>
            <a:ext cx="52416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48" name="Google Shape;748;p51"/>
          <p:cNvSpPr txBox="1">
            <a:spLocks noGrp="1"/>
          </p:cNvSpPr>
          <p:nvPr>
            <p:ph type="subTitle" idx="1"/>
          </p:nvPr>
        </p:nvSpPr>
        <p:spPr>
          <a:xfrm flipH="1">
            <a:off x="1278787" y="3421033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2000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49" name="Google Shape;749;p51"/>
          <p:cNvSpPr/>
          <p:nvPr/>
        </p:nvSpPr>
        <p:spPr>
          <a:xfrm rot="-5911893" flipH="1">
            <a:off x="416701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0" name="Google Shape;750;p51"/>
          <p:cNvSpPr/>
          <p:nvPr/>
        </p:nvSpPr>
        <p:spPr>
          <a:xfrm rot="-515846" flipH="1">
            <a:off x="-5333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1" name="Google Shape;751;p51"/>
          <p:cNvSpPr/>
          <p:nvPr/>
        </p:nvSpPr>
        <p:spPr>
          <a:xfrm flipH="1">
            <a:off x="-5640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2" name="Google Shape;752;p51"/>
          <p:cNvSpPr/>
          <p:nvPr/>
        </p:nvSpPr>
        <p:spPr>
          <a:xfrm>
            <a:off x="-367163" y="5518385"/>
            <a:ext cx="4494043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3" name="Google Shape;753;p51"/>
          <p:cNvSpPr/>
          <p:nvPr/>
        </p:nvSpPr>
        <p:spPr>
          <a:xfrm rot="1067063" flipH="1">
            <a:off x="-742072" y="5759039"/>
            <a:ext cx="5571133" cy="1601599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4" name="Google Shape;754;p51"/>
          <p:cNvSpPr/>
          <p:nvPr/>
        </p:nvSpPr>
        <p:spPr>
          <a:xfrm rot="626416">
            <a:off x="-1795646" y="5634892"/>
            <a:ext cx="6535775" cy="163603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5" name="Google Shape;755;p51"/>
          <p:cNvSpPr/>
          <p:nvPr/>
        </p:nvSpPr>
        <p:spPr>
          <a:xfrm rot="5400000">
            <a:off x="2766492" y="58020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6" name="Google Shape;756;p51"/>
          <p:cNvSpPr/>
          <p:nvPr/>
        </p:nvSpPr>
        <p:spPr>
          <a:xfrm rot="1364436">
            <a:off x="2777028" y="717890"/>
            <a:ext cx="131416" cy="13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7" name="Google Shape;757;p51"/>
          <p:cNvSpPr/>
          <p:nvPr/>
        </p:nvSpPr>
        <p:spPr>
          <a:xfrm rot="-5400000">
            <a:off x="1890725" y="5598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58" name="Google Shape;758;p51"/>
          <p:cNvSpPr/>
          <p:nvPr/>
        </p:nvSpPr>
        <p:spPr>
          <a:xfrm rot="1359618">
            <a:off x="1671890" y="1131690"/>
            <a:ext cx="218031" cy="21803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93433627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2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61" name="Google Shape;761;p52"/>
          <p:cNvSpPr txBox="1">
            <a:spLocks noGrp="1"/>
          </p:cNvSpPr>
          <p:nvPr>
            <p:ph type="subTitle" idx="1"/>
          </p:nvPr>
        </p:nvSpPr>
        <p:spPr>
          <a:xfrm>
            <a:off x="6344167" y="1604400"/>
            <a:ext cx="4802400" cy="39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●"/>
              <a:defRPr sz="1867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2100"/>
              <a:buFont typeface="Open Sans Light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62" name="Google Shape;762;p52"/>
          <p:cNvSpPr/>
          <p:nvPr/>
        </p:nvSpPr>
        <p:spPr>
          <a:xfrm rot="10800000" flipH="1">
            <a:off x="-525579" y="-63415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63" name="Google Shape;763;p52"/>
          <p:cNvSpPr/>
          <p:nvPr/>
        </p:nvSpPr>
        <p:spPr>
          <a:xfrm rot="9367883">
            <a:off x="-880845" y="-598986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64" name="Google Shape;764;p52"/>
          <p:cNvSpPr/>
          <p:nvPr/>
        </p:nvSpPr>
        <p:spPr>
          <a:xfrm rot="9944222" flipH="1">
            <a:off x="-1595952" y="-541118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65" name="Google Shape;765;p52"/>
          <p:cNvSpPr/>
          <p:nvPr/>
        </p:nvSpPr>
        <p:spPr>
          <a:xfrm rot="3327864">
            <a:off x="3630962" y="335883"/>
            <a:ext cx="218021" cy="21802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66" name="Google Shape;766;p52"/>
          <p:cNvSpPr/>
          <p:nvPr/>
        </p:nvSpPr>
        <p:spPr>
          <a:xfrm rot="3326249">
            <a:off x="2054231" y="1281810"/>
            <a:ext cx="131147" cy="1317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67" name="Google Shape;767;p52"/>
          <p:cNvSpPr/>
          <p:nvPr/>
        </p:nvSpPr>
        <p:spPr>
          <a:xfrm rot="-7473751">
            <a:off x="2777815" y="697639"/>
            <a:ext cx="131147" cy="1317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68" name="Google Shape;768;p52"/>
          <p:cNvSpPr/>
          <p:nvPr/>
        </p:nvSpPr>
        <p:spPr>
          <a:xfrm rot="3327864">
            <a:off x="870215" y="1049458"/>
            <a:ext cx="218021" cy="218021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37375134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3"/>
          <p:cNvSpPr txBox="1">
            <a:spLocks noGrp="1"/>
          </p:cNvSpPr>
          <p:nvPr>
            <p:ph type="title"/>
          </p:nvPr>
        </p:nvSpPr>
        <p:spPr>
          <a:xfrm flipH="1">
            <a:off x="915600" y="1457600"/>
            <a:ext cx="10360800" cy="18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5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500"/>
              <a:buNone/>
              <a:defRPr sz="8666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71" name="Google Shape;771;p53"/>
          <p:cNvSpPr txBox="1">
            <a:spLocks noGrp="1"/>
          </p:cNvSpPr>
          <p:nvPr>
            <p:ph type="body" idx="1"/>
          </p:nvPr>
        </p:nvSpPr>
        <p:spPr>
          <a:xfrm flipH="1">
            <a:off x="915600" y="3387233"/>
            <a:ext cx="10360800" cy="18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133"/>
            </a:lvl1pPr>
            <a:lvl2pPr marL="1219170" lvl="1" indent="-47412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2000"/>
              <a:buChar char="■"/>
              <a:defRPr sz="266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72" name="Google Shape;772;p53"/>
          <p:cNvSpPr/>
          <p:nvPr/>
        </p:nvSpPr>
        <p:spPr>
          <a:xfrm>
            <a:off x="1373634" y="5280236"/>
            <a:ext cx="9445233" cy="1577729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73" name="Google Shape;773;p53"/>
          <p:cNvSpPr/>
          <p:nvPr/>
        </p:nvSpPr>
        <p:spPr>
          <a:xfrm flipH="1">
            <a:off x="-1" y="5816666"/>
            <a:ext cx="12192468" cy="104280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74" name="Google Shape;774;p53"/>
          <p:cNvSpPr/>
          <p:nvPr/>
        </p:nvSpPr>
        <p:spPr>
          <a:xfrm rot="6479671">
            <a:off x="7274120" y="-1905314"/>
            <a:ext cx="2003465" cy="4681131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75" name="Google Shape;775;p53"/>
          <p:cNvSpPr/>
          <p:nvPr/>
        </p:nvSpPr>
        <p:spPr>
          <a:xfrm>
            <a:off x="1" y="-223233"/>
            <a:ext cx="12192468" cy="1108664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76" name="Google Shape;776;p53"/>
          <p:cNvSpPr/>
          <p:nvPr/>
        </p:nvSpPr>
        <p:spPr>
          <a:xfrm>
            <a:off x="0" y="-223233"/>
            <a:ext cx="12192104" cy="1215773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77" name="Google Shape;777;p53"/>
          <p:cNvSpPr/>
          <p:nvPr/>
        </p:nvSpPr>
        <p:spPr>
          <a:xfrm>
            <a:off x="1" y="5889248"/>
            <a:ext cx="12191587" cy="96920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78" name="Google Shape;778;p53"/>
          <p:cNvSpPr/>
          <p:nvPr/>
        </p:nvSpPr>
        <p:spPr>
          <a:xfrm rot="5400000">
            <a:off x="10969041" y="5671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79" name="Google Shape;779;p53"/>
          <p:cNvSpPr/>
          <p:nvPr/>
        </p:nvSpPr>
        <p:spPr>
          <a:xfrm rot="5400000">
            <a:off x="3701292" y="5834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0" name="Google Shape;780;p53"/>
          <p:cNvSpPr/>
          <p:nvPr/>
        </p:nvSpPr>
        <p:spPr>
          <a:xfrm rot="-5400000">
            <a:off x="8709075" y="5539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1" name="Google Shape;781;p53"/>
          <p:cNvSpPr/>
          <p:nvPr/>
        </p:nvSpPr>
        <p:spPr>
          <a:xfrm rot="5400000">
            <a:off x="561308" y="521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2" name="Google Shape;782;p53"/>
          <p:cNvSpPr/>
          <p:nvPr/>
        </p:nvSpPr>
        <p:spPr>
          <a:xfrm rot="5400000">
            <a:off x="9644275" y="1088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3" name="Google Shape;783;p53"/>
          <p:cNvSpPr/>
          <p:nvPr/>
        </p:nvSpPr>
        <p:spPr>
          <a:xfrm rot="5400000">
            <a:off x="7841359" y="9553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4" name="Google Shape;784;p53"/>
          <p:cNvSpPr/>
          <p:nvPr/>
        </p:nvSpPr>
        <p:spPr>
          <a:xfrm rot="5400000">
            <a:off x="3362108" y="885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61245125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4"/>
          <p:cNvSpPr/>
          <p:nvPr/>
        </p:nvSpPr>
        <p:spPr>
          <a:xfrm rot="10800000">
            <a:off x="9734634" y="8473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7" name="Google Shape;787;p54"/>
          <p:cNvSpPr/>
          <p:nvPr/>
        </p:nvSpPr>
        <p:spPr>
          <a:xfrm rot="-9367883" flipH="1">
            <a:off x="9142295" y="-450839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8" name="Google Shape;788;p54"/>
          <p:cNvSpPr/>
          <p:nvPr/>
        </p:nvSpPr>
        <p:spPr>
          <a:xfrm rot="-9944222">
            <a:off x="9255515" y="-392971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89" name="Google Shape;789;p54"/>
          <p:cNvSpPr/>
          <p:nvPr/>
        </p:nvSpPr>
        <p:spPr>
          <a:xfrm rot="5027361" flipH="1">
            <a:off x="10317632" y="5352378"/>
            <a:ext cx="2228005" cy="2130383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90" name="Google Shape;790;p54"/>
          <p:cNvSpPr/>
          <p:nvPr/>
        </p:nvSpPr>
        <p:spPr>
          <a:xfrm rot="10093095" flipH="1">
            <a:off x="8212570" y="5893980"/>
            <a:ext cx="4743037" cy="128890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91" name="Google Shape;791;p54"/>
          <p:cNvSpPr/>
          <p:nvPr/>
        </p:nvSpPr>
        <p:spPr>
          <a:xfrm rot="10800000" flipH="1">
            <a:off x="8212627" y="5769562"/>
            <a:ext cx="4742205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92" name="Google Shape;792;p54"/>
          <p:cNvSpPr txBox="1">
            <a:spLocks noGrp="1"/>
          </p:cNvSpPr>
          <p:nvPr>
            <p:ph type="title"/>
          </p:nvPr>
        </p:nvSpPr>
        <p:spPr>
          <a:xfrm>
            <a:off x="5939200" y="1378951"/>
            <a:ext cx="4859200" cy="231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93" name="Google Shape;793;p54"/>
          <p:cNvSpPr txBox="1">
            <a:spLocks noGrp="1"/>
          </p:cNvSpPr>
          <p:nvPr>
            <p:ph type="subTitle" idx="1"/>
          </p:nvPr>
        </p:nvSpPr>
        <p:spPr>
          <a:xfrm>
            <a:off x="5939200" y="3790651"/>
            <a:ext cx="4859200" cy="16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94" name="Google Shape;794;p54"/>
          <p:cNvSpPr/>
          <p:nvPr/>
        </p:nvSpPr>
        <p:spPr>
          <a:xfrm rot="5400000">
            <a:off x="10294841" y="57660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95" name="Google Shape;795;p54"/>
          <p:cNvSpPr/>
          <p:nvPr/>
        </p:nvSpPr>
        <p:spPr>
          <a:xfrm rot="5400000">
            <a:off x="9759292" y="106887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96" name="Google Shape;796;p54"/>
          <p:cNvSpPr/>
          <p:nvPr/>
        </p:nvSpPr>
        <p:spPr>
          <a:xfrm rot="-5400000">
            <a:off x="9419075" y="55624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797" name="Google Shape;797;p54"/>
          <p:cNvSpPr/>
          <p:nvPr/>
        </p:nvSpPr>
        <p:spPr>
          <a:xfrm rot="5400000">
            <a:off x="8884341" y="22252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32882196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5"/>
          <p:cNvSpPr/>
          <p:nvPr/>
        </p:nvSpPr>
        <p:spPr>
          <a:xfrm rot="10800000">
            <a:off x="7259003" y="5381793"/>
            <a:ext cx="4859476" cy="1491228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00" name="Google Shape;800;p55"/>
          <p:cNvSpPr/>
          <p:nvPr/>
        </p:nvSpPr>
        <p:spPr>
          <a:xfrm>
            <a:off x="8277133" y="5178220"/>
            <a:ext cx="3915624" cy="1694800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01" name="Google Shape;801;p55"/>
          <p:cNvSpPr/>
          <p:nvPr/>
        </p:nvSpPr>
        <p:spPr>
          <a:xfrm flipH="1">
            <a:off x="8860410" y="5178098"/>
            <a:ext cx="3331639" cy="1694897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02" name="Google Shape;802;p55"/>
          <p:cNvSpPr txBox="1">
            <a:spLocks noGrp="1"/>
          </p:cNvSpPr>
          <p:nvPr>
            <p:ph type="title"/>
          </p:nvPr>
        </p:nvSpPr>
        <p:spPr>
          <a:xfrm>
            <a:off x="6255733" y="1547933"/>
            <a:ext cx="4724400" cy="21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000"/>
              <a:buNone/>
              <a:defRPr sz="5733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6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03" name="Google Shape;803;p55"/>
          <p:cNvSpPr txBox="1">
            <a:spLocks noGrp="1"/>
          </p:cNvSpPr>
          <p:nvPr>
            <p:ph type="subTitle" idx="1"/>
          </p:nvPr>
        </p:nvSpPr>
        <p:spPr>
          <a:xfrm>
            <a:off x="6255833" y="3777767"/>
            <a:ext cx="4724400" cy="1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04" name="Google Shape;804;p55"/>
          <p:cNvSpPr/>
          <p:nvPr/>
        </p:nvSpPr>
        <p:spPr>
          <a:xfrm rot="10800000">
            <a:off x="8989714" y="2985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05" name="Google Shape;805;p55"/>
          <p:cNvSpPr/>
          <p:nvPr/>
        </p:nvSpPr>
        <p:spPr>
          <a:xfrm rot="-9367883" flipH="1">
            <a:off x="8397374" y="-505719"/>
            <a:ext cx="4205268" cy="14948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06" name="Google Shape;806;p55"/>
          <p:cNvSpPr/>
          <p:nvPr/>
        </p:nvSpPr>
        <p:spPr>
          <a:xfrm rot="-9944222">
            <a:off x="8510593" y="-447851"/>
            <a:ext cx="4807155" cy="1593004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07" name="Google Shape;807;p55"/>
          <p:cNvSpPr/>
          <p:nvPr/>
        </p:nvSpPr>
        <p:spPr>
          <a:xfrm rot="5400000">
            <a:off x="10762241" y="1037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08" name="Google Shape;808;p55"/>
          <p:cNvSpPr/>
          <p:nvPr/>
        </p:nvSpPr>
        <p:spPr>
          <a:xfrm rot="5400000">
            <a:off x="8006592" y="64848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09" name="Google Shape;809;p55"/>
          <p:cNvSpPr/>
          <p:nvPr/>
        </p:nvSpPr>
        <p:spPr>
          <a:xfrm rot="-5400000">
            <a:off x="9886475" y="833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10" name="Google Shape;810;p55"/>
          <p:cNvSpPr/>
          <p:nvPr/>
        </p:nvSpPr>
        <p:spPr>
          <a:xfrm rot="5400000">
            <a:off x="7131641" y="56385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59495717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6"/>
          <p:cNvSpPr txBox="1">
            <a:spLocks noGrp="1"/>
          </p:cNvSpPr>
          <p:nvPr>
            <p:ph type="title"/>
          </p:nvPr>
        </p:nvSpPr>
        <p:spPr>
          <a:xfrm>
            <a:off x="3591800" y="484367"/>
            <a:ext cx="500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13" name="Google Shape;813;p56"/>
          <p:cNvSpPr txBox="1">
            <a:spLocks noGrp="1"/>
          </p:cNvSpPr>
          <p:nvPr>
            <p:ph type="subTitle" idx="1"/>
          </p:nvPr>
        </p:nvSpPr>
        <p:spPr>
          <a:xfrm>
            <a:off x="6207803" y="1886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4" name="Google Shape;814;p56"/>
          <p:cNvSpPr txBox="1">
            <a:spLocks noGrp="1"/>
          </p:cNvSpPr>
          <p:nvPr>
            <p:ph type="subTitle" idx="2"/>
          </p:nvPr>
        </p:nvSpPr>
        <p:spPr>
          <a:xfrm>
            <a:off x="6611301" y="2413633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5" name="Google Shape;815;p56"/>
          <p:cNvSpPr txBox="1">
            <a:spLocks noGrp="1"/>
          </p:cNvSpPr>
          <p:nvPr>
            <p:ph type="subTitle" idx="3"/>
          </p:nvPr>
        </p:nvSpPr>
        <p:spPr>
          <a:xfrm>
            <a:off x="1923784" y="1886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6" name="Google Shape;816;p56"/>
          <p:cNvSpPr txBox="1">
            <a:spLocks noGrp="1"/>
          </p:cNvSpPr>
          <p:nvPr>
            <p:ph type="subTitle" idx="4"/>
          </p:nvPr>
        </p:nvSpPr>
        <p:spPr>
          <a:xfrm>
            <a:off x="2327584" y="2413633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7" name="Google Shape;817;p56"/>
          <p:cNvSpPr txBox="1">
            <a:spLocks noGrp="1"/>
          </p:cNvSpPr>
          <p:nvPr>
            <p:ph type="subTitle" idx="5"/>
          </p:nvPr>
        </p:nvSpPr>
        <p:spPr>
          <a:xfrm>
            <a:off x="6207749" y="4213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8" name="Google Shape;818;p56"/>
          <p:cNvSpPr txBox="1">
            <a:spLocks noGrp="1"/>
          </p:cNvSpPr>
          <p:nvPr>
            <p:ph type="subTitle" idx="6"/>
          </p:nvPr>
        </p:nvSpPr>
        <p:spPr>
          <a:xfrm>
            <a:off x="6611301" y="4740632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9" name="Google Shape;819;p56"/>
          <p:cNvSpPr txBox="1">
            <a:spLocks noGrp="1"/>
          </p:cNvSpPr>
          <p:nvPr>
            <p:ph type="subTitle" idx="7"/>
          </p:nvPr>
        </p:nvSpPr>
        <p:spPr>
          <a:xfrm>
            <a:off x="1923784" y="4213533"/>
            <a:ext cx="40604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0" name="Google Shape;820;p56"/>
          <p:cNvSpPr txBox="1">
            <a:spLocks noGrp="1"/>
          </p:cNvSpPr>
          <p:nvPr>
            <p:ph type="subTitle" idx="8"/>
          </p:nvPr>
        </p:nvSpPr>
        <p:spPr>
          <a:xfrm>
            <a:off x="2327584" y="4740632"/>
            <a:ext cx="3253200" cy="13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1" name="Google Shape;821;p56"/>
          <p:cNvSpPr/>
          <p:nvPr/>
        </p:nvSpPr>
        <p:spPr>
          <a:xfrm rot="-5532439" flipH="1">
            <a:off x="-2726736" y="3096232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22" name="Google Shape;822;p56"/>
          <p:cNvSpPr/>
          <p:nvPr/>
        </p:nvSpPr>
        <p:spPr>
          <a:xfrm rot="-5400000" flipH="1">
            <a:off x="-1110025" y="3768575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23" name="Google Shape;823;p56"/>
          <p:cNvSpPr/>
          <p:nvPr/>
        </p:nvSpPr>
        <p:spPr>
          <a:xfrm rot="5400000" flipH="1">
            <a:off x="-734683" y="4850699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24" name="Google Shape;824;p56"/>
          <p:cNvSpPr/>
          <p:nvPr/>
        </p:nvSpPr>
        <p:spPr>
          <a:xfrm rot="5400000" flipH="1">
            <a:off x="1467168" y="587724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25" name="Google Shape;825;p56"/>
          <p:cNvSpPr/>
          <p:nvPr/>
        </p:nvSpPr>
        <p:spPr>
          <a:xfrm rot="5400000" flipH="1">
            <a:off x="882601" y="487644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26" name="Google Shape;826;p56"/>
          <p:cNvSpPr/>
          <p:nvPr/>
        </p:nvSpPr>
        <p:spPr>
          <a:xfrm rot="5400000" flipH="1">
            <a:off x="420135" y="260084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27" name="Google Shape;827;p56"/>
          <p:cNvSpPr/>
          <p:nvPr/>
        </p:nvSpPr>
        <p:spPr>
          <a:xfrm rot="5400000" flipH="1">
            <a:off x="611001" y="33094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28" name="Google Shape;828;p56"/>
          <p:cNvSpPr/>
          <p:nvPr/>
        </p:nvSpPr>
        <p:spPr>
          <a:xfrm rot="5267561" flipH="1">
            <a:off x="8493765" y="2549425"/>
            <a:ext cx="6424955" cy="1041291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29" name="Google Shape;829;p56"/>
          <p:cNvSpPr/>
          <p:nvPr/>
        </p:nvSpPr>
        <p:spPr>
          <a:xfrm rot="5400000" flipH="1">
            <a:off x="10110506" y="1629753"/>
            <a:ext cx="3191505" cy="1288619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30" name="Google Shape;830;p56"/>
          <p:cNvSpPr/>
          <p:nvPr/>
        </p:nvSpPr>
        <p:spPr>
          <a:xfrm rot="-5400000" flipH="1">
            <a:off x="10130804" y="517380"/>
            <a:ext cx="2795864" cy="1318869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31" name="Google Shape;831;p56"/>
          <p:cNvSpPr/>
          <p:nvPr/>
        </p:nvSpPr>
        <p:spPr>
          <a:xfrm rot="-5400000" flipH="1">
            <a:off x="10593617" y="678099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32" name="Google Shape;832;p56"/>
          <p:cNvSpPr/>
          <p:nvPr/>
        </p:nvSpPr>
        <p:spPr>
          <a:xfrm rot="-5400000" flipH="1">
            <a:off x="11178184" y="167889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33" name="Google Shape;833;p56"/>
          <p:cNvSpPr/>
          <p:nvPr/>
        </p:nvSpPr>
        <p:spPr>
          <a:xfrm rot="-5400000" flipH="1">
            <a:off x="11640651" y="3954499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34" name="Google Shape;834;p56"/>
          <p:cNvSpPr/>
          <p:nvPr/>
        </p:nvSpPr>
        <p:spPr>
          <a:xfrm rot="-5400000" flipH="1">
            <a:off x="11362984" y="6137999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81393145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7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37" name="Google Shape;837;p57"/>
          <p:cNvSpPr txBox="1">
            <a:spLocks noGrp="1"/>
          </p:cNvSpPr>
          <p:nvPr>
            <p:ph type="title" idx="2"/>
          </p:nvPr>
        </p:nvSpPr>
        <p:spPr>
          <a:xfrm>
            <a:off x="794500" y="2419200"/>
            <a:ext cx="3390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38" name="Google Shape;838;p57"/>
          <p:cNvSpPr txBox="1">
            <a:spLocks noGrp="1"/>
          </p:cNvSpPr>
          <p:nvPr>
            <p:ph type="subTitle" idx="1"/>
          </p:nvPr>
        </p:nvSpPr>
        <p:spPr>
          <a:xfrm>
            <a:off x="1088100" y="3144571"/>
            <a:ext cx="30972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39" name="Google Shape;839;p57"/>
          <p:cNvSpPr txBox="1">
            <a:spLocks noGrp="1"/>
          </p:cNvSpPr>
          <p:nvPr>
            <p:ph type="title" idx="3"/>
          </p:nvPr>
        </p:nvSpPr>
        <p:spPr>
          <a:xfrm>
            <a:off x="7993133" y="2419200"/>
            <a:ext cx="3390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0" name="Google Shape;840;p57"/>
          <p:cNvSpPr txBox="1">
            <a:spLocks noGrp="1"/>
          </p:cNvSpPr>
          <p:nvPr>
            <p:ph type="subTitle" idx="4"/>
          </p:nvPr>
        </p:nvSpPr>
        <p:spPr>
          <a:xfrm>
            <a:off x="7993133" y="3144572"/>
            <a:ext cx="30972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41" name="Google Shape;841;p57"/>
          <p:cNvSpPr txBox="1">
            <a:spLocks noGrp="1"/>
          </p:cNvSpPr>
          <p:nvPr>
            <p:ph type="title" idx="5"/>
          </p:nvPr>
        </p:nvSpPr>
        <p:spPr>
          <a:xfrm>
            <a:off x="794500" y="4273733"/>
            <a:ext cx="3390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2" name="Google Shape;842;p57"/>
          <p:cNvSpPr txBox="1">
            <a:spLocks noGrp="1"/>
          </p:cNvSpPr>
          <p:nvPr>
            <p:ph type="subTitle" idx="6"/>
          </p:nvPr>
        </p:nvSpPr>
        <p:spPr>
          <a:xfrm>
            <a:off x="1088100" y="4999104"/>
            <a:ext cx="30972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43" name="Google Shape;843;p57"/>
          <p:cNvSpPr txBox="1">
            <a:spLocks noGrp="1"/>
          </p:cNvSpPr>
          <p:nvPr>
            <p:ph type="title" idx="7"/>
          </p:nvPr>
        </p:nvSpPr>
        <p:spPr>
          <a:xfrm>
            <a:off x="7993133" y="4273733"/>
            <a:ext cx="33908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44" name="Google Shape;844;p57"/>
          <p:cNvSpPr txBox="1">
            <a:spLocks noGrp="1"/>
          </p:cNvSpPr>
          <p:nvPr>
            <p:ph type="subTitle" idx="8"/>
          </p:nvPr>
        </p:nvSpPr>
        <p:spPr>
          <a:xfrm>
            <a:off x="7993133" y="4999103"/>
            <a:ext cx="30972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45" name="Google Shape;845;p57"/>
          <p:cNvSpPr/>
          <p:nvPr/>
        </p:nvSpPr>
        <p:spPr>
          <a:xfrm rot="10800000" flipH="1">
            <a:off x="50570" y="5832845"/>
            <a:ext cx="3340017" cy="1024987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6" name="Google Shape;846;p57"/>
          <p:cNvSpPr/>
          <p:nvPr/>
        </p:nvSpPr>
        <p:spPr>
          <a:xfrm flipH="1">
            <a:off x="8190315" y="1"/>
            <a:ext cx="3459660" cy="912681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7" name="Google Shape;847;p57"/>
          <p:cNvSpPr/>
          <p:nvPr/>
        </p:nvSpPr>
        <p:spPr>
          <a:xfrm>
            <a:off x="8843178" y="0"/>
            <a:ext cx="5039673" cy="1248000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8" name="Google Shape;848;p57"/>
          <p:cNvSpPr/>
          <p:nvPr/>
        </p:nvSpPr>
        <p:spPr>
          <a:xfrm flipH="1">
            <a:off x="-7" y="5693134"/>
            <a:ext cx="2691040" cy="1165079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9" name="Google Shape;849;p57"/>
          <p:cNvSpPr/>
          <p:nvPr/>
        </p:nvSpPr>
        <p:spPr>
          <a:xfrm>
            <a:off x="-1" y="5693048"/>
            <a:ext cx="2290565" cy="1164792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50" name="Google Shape;850;p57"/>
          <p:cNvSpPr/>
          <p:nvPr/>
        </p:nvSpPr>
        <p:spPr>
          <a:xfrm flipH="1">
            <a:off x="9283203" y="0"/>
            <a:ext cx="3459768" cy="1096317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51" name="Google Shape;851;p57"/>
          <p:cNvSpPr/>
          <p:nvPr/>
        </p:nvSpPr>
        <p:spPr>
          <a:xfrm rot="5400000">
            <a:off x="11831908" y="13715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52" name="Google Shape;852;p57"/>
          <p:cNvSpPr/>
          <p:nvPr/>
        </p:nvSpPr>
        <p:spPr>
          <a:xfrm rot="5400000">
            <a:off x="1319392" y="62797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53" name="Google Shape;853;p57"/>
          <p:cNvSpPr/>
          <p:nvPr/>
        </p:nvSpPr>
        <p:spPr>
          <a:xfrm rot="-5400000">
            <a:off x="10911208" y="10731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54" name="Google Shape;854;p57"/>
          <p:cNvSpPr/>
          <p:nvPr/>
        </p:nvSpPr>
        <p:spPr>
          <a:xfrm rot="5400000">
            <a:off x="444441" y="5433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592031193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Title and three columns 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8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57" name="Google Shape;857;p58"/>
          <p:cNvSpPr txBox="1">
            <a:spLocks noGrp="1"/>
          </p:cNvSpPr>
          <p:nvPr>
            <p:ph type="subTitle" idx="1"/>
          </p:nvPr>
        </p:nvSpPr>
        <p:spPr>
          <a:xfrm>
            <a:off x="4438609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58" name="Google Shape;858;p58"/>
          <p:cNvSpPr txBox="1">
            <a:spLocks noGrp="1"/>
          </p:cNvSpPr>
          <p:nvPr>
            <p:ph type="subTitle" idx="2"/>
          </p:nvPr>
        </p:nvSpPr>
        <p:spPr>
          <a:xfrm>
            <a:off x="4643609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59" name="Google Shape;859;p58"/>
          <p:cNvSpPr txBox="1">
            <a:spLocks noGrp="1"/>
          </p:cNvSpPr>
          <p:nvPr>
            <p:ph type="subTitle" idx="3"/>
          </p:nvPr>
        </p:nvSpPr>
        <p:spPr>
          <a:xfrm>
            <a:off x="1055751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0" name="Google Shape;860;p58"/>
          <p:cNvSpPr txBox="1">
            <a:spLocks noGrp="1"/>
          </p:cNvSpPr>
          <p:nvPr>
            <p:ph type="subTitle" idx="4"/>
          </p:nvPr>
        </p:nvSpPr>
        <p:spPr>
          <a:xfrm>
            <a:off x="1260751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1" name="Google Shape;861;p58"/>
          <p:cNvSpPr txBox="1">
            <a:spLocks noGrp="1"/>
          </p:cNvSpPr>
          <p:nvPr>
            <p:ph type="subTitle" idx="5"/>
          </p:nvPr>
        </p:nvSpPr>
        <p:spPr>
          <a:xfrm>
            <a:off x="7821433" y="3124733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2" name="Google Shape;862;p58"/>
          <p:cNvSpPr txBox="1">
            <a:spLocks noGrp="1"/>
          </p:cNvSpPr>
          <p:nvPr>
            <p:ph type="subTitle" idx="6"/>
          </p:nvPr>
        </p:nvSpPr>
        <p:spPr>
          <a:xfrm>
            <a:off x="8026433" y="3550233"/>
            <a:ext cx="290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63" name="Google Shape;863;p58"/>
          <p:cNvSpPr/>
          <p:nvPr/>
        </p:nvSpPr>
        <p:spPr>
          <a:xfrm rot="10800000">
            <a:off x="3375055" y="5647098"/>
            <a:ext cx="7238608" cy="1346469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64" name="Google Shape;864;p58"/>
          <p:cNvSpPr/>
          <p:nvPr/>
        </p:nvSpPr>
        <p:spPr>
          <a:xfrm rot="5400000">
            <a:off x="4145232" y="3805446"/>
            <a:ext cx="1923040" cy="4751756"/>
          </a:xfrm>
          <a:custGeom>
            <a:avLst/>
            <a:gdLst/>
            <a:ahLst/>
            <a:cxnLst/>
            <a:rect l="l" t="t" r="r" b="b"/>
            <a:pathLst>
              <a:path w="24039" h="44420" extrusionOk="0">
                <a:moveTo>
                  <a:pt x="17715" y="1"/>
                </a:moveTo>
                <a:cubicBezTo>
                  <a:pt x="16371" y="1"/>
                  <a:pt x="14900" y="541"/>
                  <a:pt x="13704" y="2213"/>
                </a:cubicBezTo>
                <a:cubicBezTo>
                  <a:pt x="10848" y="6185"/>
                  <a:pt x="15289" y="12211"/>
                  <a:pt x="13392" y="17300"/>
                </a:cubicBezTo>
                <a:cubicBezTo>
                  <a:pt x="11272" y="22947"/>
                  <a:pt x="1" y="24509"/>
                  <a:pt x="1384" y="34262"/>
                </a:cubicBezTo>
                <a:cubicBezTo>
                  <a:pt x="2268" y="40412"/>
                  <a:pt x="11808" y="44419"/>
                  <a:pt x="18141" y="44419"/>
                </a:cubicBezTo>
                <a:cubicBezTo>
                  <a:pt x="19486" y="44419"/>
                  <a:pt x="20686" y="44239"/>
                  <a:pt x="21628" y="43860"/>
                </a:cubicBezTo>
                <a:cubicBezTo>
                  <a:pt x="21918" y="43748"/>
                  <a:pt x="23413" y="36851"/>
                  <a:pt x="23480" y="36048"/>
                </a:cubicBezTo>
                <a:cubicBezTo>
                  <a:pt x="24038" y="28549"/>
                  <a:pt x="24016" y="20983"/>
                  <a:pt x="23369" y="13484"/>
                </a:cubicBezTo>
                <a:cubicBezTo>
                  <a:pt x="23056" y="9890"/>
                  <a:pt x="22699" y="6252"/>
                  <a:pt x="22186" y="2681"/>
                </a:cubicBezTo>
                <a:cubicBezTo>
                  <a:pt x="22052" y="1766"/>
                  <a:pt x="22141" y="2168"/>
                  <a:pt x="21315" y="1320"/>
                </a:cubicBezTo>
                <a:cubicBezTo>
                  <a:pt x="20767" y="784"/>
                  <a:pt x="19333" y="1"/>
                  <a:pt x="1771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65" name="Google Shape;865;p58"/>
          <p:cNvSpPr/>
          <p:nvPr/>
        </p:nvSpPr>
        <p:spPr>
          <a:xfrm>
            <a:off x="4910600" y="5894167"/>
            <a:ext cx="2842800" cy="1645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66" name="Google Shape;866;p58"/>
          <p:cNvSpPr/>
          <p:nvPr/>
        </p:nvSpPr>
        <p:spPr>
          <a:xfrm rot="10800000" flipH="1">
            <a:off x="5291584" y="54290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67" name="Google Shape;867;p58"/>
          <p:cNvSpPr/>
          <p:nvPr/>
        </p:nvSpPr>
        <p:spPr>
          <a:xfrm rot="10800000" flipH="1">
            <a:off x="7895235" y="60722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68" name="Google Shape;868;p58"/>
          <p:cNvSpPr/>
          <p:nvPr/>
        </p:nvSpPr>
        <p:spPr>
          <a:xfrm rot="10800000" flipH="1">
            <a:off x="1689617" y="6028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69" name="Google Shape;869;p58"/>
          <p:cNvSpPr/>
          <p:nvPr/>
        </p:nvSpPr>
        <p:spPr>
          <a:xfrm rot="10800000" flipH="1">
            <a:off x="10800035" y="63372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70" name="Google Shape;870;p58"/>
          <p:cNvSpPr/>
          <p:nvPr/>
        </p:nvSpPr>
        <p:spPr>
          <a:xfrm rot="10800000" flipH="1">
            <a:off x="8674417" y="64687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71" name="Google Shape;871;p58"/>
          <p:cNvSpPr/>
          <p:nvPr/>
        </p:nvSpPr>
        <p:spPr>
          <a:xfrm rot="10800000" flipH="1">
            <a:off x="2647568" y="547231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64257959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9"/>
          <p:cNvSpPr/>
          <p:nvPr/>
        </p:nvSpPr>
        <p:spPr>
          <a:xfrm rot="-5911893" flipH="1">
            <a:off x="-477699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74" name="Google Shape;874;p59"/>
          <p:cNvSpPr/>
          <p:nvPr/>
        </p:nvSpPr>
        <p:spPr>
          <a:xfrm rot="-515846" flipH="1">
            <a:off x="-23533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75" name="Google Shape;875;p59"/>
          <p:cNvSpPr/>
          <p:nvPr/>
        </p:nvSpPr>
        <p:spPr>
          <a:xfrm flipH="1">
            <a:off x="-23840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76" name="Google Shape;876;p59"/>
          <p:cNvSpPr txBox="1">
            <a:spLocks noGrp="1"/>
          </p:cNvSpPr>
          <p:nvPr>
            <p:ph type="title"/>
          </p:nvPr>
        </p:nvSpPr>
        <p:spPr>
          <a:xfrm flipH="1">
            <a:off x="1857741" y="2700367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77" name="Google Shape;877;p59"/>
          <p:cNvSpPr txBox="1">
            <a:spLocks noGrp="1"/>
          </p:cNvSpPr>
          <p:nvPr>
            <p:ph type="subTitle" idx="1"/>
          </p:nvPr>
        </p:nvSpPr>
        <p:spPr>
          <a:xfrm flipH="1">
            <a:off x="1857741" y="3123264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78" name="Google Shape;878;p59"/>
          <p:cNvSpPr txBox="1">
            <a:spLocks noGrp="1"/>
          </p:cNvSpPr>
          <p:nvPr>
            <p:ph type="title" idx="2"/>
          </p:nvPr>
        </p:nvSpPr>
        <p:spPr>
          <a:xfrm flipH="1">
            <a:off x="4747816" y="46392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79" name="Google Shape;879;p59"/>
          <p:cNvSpPr txBox="1">
            <a:spLocks noGrp="1"/>
          </p:cNvSpPr>
          <p:nvPr>
            <p:ph type="subTitle" idx="3"/>
          </p:nvPr>
        </p:nvSpPr>
        <p:spPr>
          <a:xfrm flipH="1">
            <a:off x="4747816" y="50620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80" name="Google Shape;880;p59"/>
          <p:cNvSpPr txBox="1">
            <a:spLocks noGrp="1"/>
          </p:cNvSpPr>
          <p:nvPr>
            <p:ph type="title" idx="4"/>
          </p:nvPr>
        </p:nvSpPr>
        <p:spPr>
          <a:xfrm flipH="1">
            <a:off x="7637859" y="2700351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81" name="Google Shape;881;p59"/>
          <p:cNvSpPr txBox="1">
            <a:spLocks noGrp="1"/>
          </p:cNvSpPr>
          <p:nvPr>
            <p:ph type="subTitle" idx="5"/>
          </p:nvPr>
        </p:nvSpPr>
        <p:spPr>
          <a:xfrm flipH="1">
            <a:off x="7637859" y="312324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82" name="Google Shape;882;p59"/>
          <p:cNvSpPr/>
          <p:nvPr/>
        </p:nvSpPr>
        <p:spPr>
          <a:xfrm rot="4888107" flipH="1">
            <a:off x="1516172" y="5517983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83" name="Google Shape;883;p59"/>
          <p:cNvSpPr/>
          <p:nvPr/>
        </p:nvSpPr>
        <p:spPr>
          <a:xfrm rot="-9922098" flipH="1">
            <a:off x="-1619824" y="5796630"/>
            <a:ext cx="6478160" cy="131300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84" name="Google Shape;884;p59"/>
          <p:cNvSpPr/>
          <p:nvPr/>
        </p:nvSpPr>
        <p:spPr>
          <a:xfrm rot="-10346708" flipH="1">
            <a:off x="-1003189" y="5971483"/>
            <a:ext cx="6540965" cy="141340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85" name="Google Shape;885;p59"/>
          <p:cNvSpPr txBox="1">
            <a:spLocks noGrp="1"/>
          </p:cNvSpPr>
          <p:nvPr>
            <p:ph type="title" idx="6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86" name="Google Shape;886;p59"/>
          <p:cNvSpPr/>
          <p:nvPr/>
        </p:nvSpPr>
        <p:spPr>
          <a:xfrm rot="5400000">
            <a:off x="1595975" y="1125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87" name="Google Shape;887;p59"/>
          <p:cNvSpPr/>
          <p:nvPr/>
        </p:nvSpPr>
        <p:spPr>
          <a:xfrm rot="5400000">
            <a:off x="1594959" y="5956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88" name="Google Shape;888;p59"/>
          <p:cNvSpPr/>
          <p:nvPr/>
        </p:nvSpPr>
        <p:spPr>
          <a:xfrm rot="-5400000">
            <a:off x="720208" y="921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89" name="Google Shape;889;p59"/>
          <p:cNvSpPr/>
          <p:nvPr/>
        </p:nvSpPr>
        <p:spPr>
          <a:xfrm rot="5400000">
            <a:off x="720008" y="5109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9288036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0"/>
          <p:cNvSpPr txBox="1">
            <a:spLocks noGrp="1"/>
          </p:cNvSpPr>
          <p:nvPr>
            <p:ph type="title"/>
          </p:nvPr>
        </p:nvSpPr>
        <p:spPr>
          <a:xfrm>
            <a:off x="3429000" y="484367"/>
            <a:ext cx="533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92" name="Google Shape;892;p60"/>
          <p:cNvSpPr txBox="1">
            <a:spLocks noGrp="1"/>
          </p:cNvSpPr>
          <p:nvPr>
            <p:ph type="subTitle" idx="1"/>
          </p:nvPr>
        </p:nvSpPr>
        <p:spPr>
          <a:xfrm>
            <a:off x="6508808" y="4754800"/>
            <a:ext cx="2940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93" name="Google Shape;893;p60"/>
          <p:cNvSpPr txBox="1">
            <a:spLocks noGrp="1"/>
          </p:cNvSpPr>
          <p:nvPr>
            <p:ph type="subTitle" idx="2"/>
          </p:nvPr>
        </p:nvSpPr>
        <p:spPr>
          <a:xfrm>
            <a:off x="6320408" y="5148200"/>
            <a:ext cx="3317600" cy="8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94" name="Google Shape;894;p60"/>
          <p:cNvSpPr txBox="1">
            <a:spLocks noGrp="1"/>
          </p:cNvSpPr>
          <p:nvPr>
            <p:ph type="subTitle" idx="3"/>
          </p:nvPr>
        </p:nvSpPr>
        <p:spPr>
          <a:xfrm>
            <a:off x="2685792" y="4754800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95" name="Google Shape;895;p60"/>
          <p:cNvSpPr txBox="1">
            <a:spLocks noGrp="1"/>
          </p:cNvSpPr>
          <p:nvPr>
            <p:ph type="subTitle" idx="4"/>
          </p:nvPr>
        </p:nvSpPr>
        <p:spPr>
          <a:xfrm>
            <a:off x="2553992" y="5148200"/>
            <a:ext cx="2940800" cy="86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96" name="Google Shape;896;p60"/>
          <p:cNvSpPr/>
          <p:nvPr/>
        </p:nvSpPr>
        <p:spPr>
          <a:xfrm rot="-5400000">
            <a:off x="-916396" y="795506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97" name="Google Shape;897;p60"/>
          <p:cNvSpPr/>
          <p:nvPr/>
        </p:nvSpPr>
        <p:spPr>
          <a:xfrm rot="-5400000">
            <a:off x="-1709133" y="1512887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98" name="Google Shape;898;p60"/>
          <p:cNvSpPr/>
          <p:nvPr/>
        </p:nvSpPr>
        <p:spPr>
          <a:xfrm rot="5400000">
            <a:off x="622641" y="15943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99" name="Google Shape;899;p60"/>
          <p:cNvSpPr/>
          <p:nvPr/>
        </p:nvSpPr>
        <p:spPr>
          <a:xfrm rot="5400000">
            <a:off x="-659844" y="278259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0" name="Google Shape;900;p60"/>
          <p:cNvSpPr/>
          <p:nvPr/>
        </p:nvSpPr>
        <p:spPr>
          <a:xfrm rot="5400000">
            <a:off x="1238492" y="13322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1" name="Google Shape;901;p60"/>
          <p:cNvSpPr/>
          <p:nvPr/>
        </p:nvSpPr>
        <p:spPr>
          <a:xfrm rot="-5400000">
            <a:off x="359008" y="37896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2" name="Google Shape;902;p60"/>
          <p:cNvSpPr/>
          <p:nvPr/>
        </p:nvSpPr>
        <p:spPr>
          <a:xfrm rot="5400000">
            <a:off x="9450063" y="4348942"/>
            <a:ext cx="3747565" cy="1597404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3" name="Google Shape;903;p60"/>
          <p:cNvSpPr/>
          <p:nvPr/>
        </p:nvSpPr>
        <p:spPr>
          <a:xfrm rot="5400000">
            <a:off x="10176170" y="4226817"/>
            <a:ext cx="3814196" cy="1002148"/>
          </a:xfrm>
          <a:custGeom>
            <a:avLst/>
            <a:gdLst/>
            <a:ahLst/>
            <a:cxnLst/>
            <a:rect l="l" t="t" r="r" b="b"/>
            <a:pathLst>
              <a:path w="72716" h="43165" extrusionOk="0">
                <a:moveTo>
                  <a:pt x="36506" y="1"/>
                </a:moveTo>
                <a:cubicBezTo>
                  <a:pt x="24983" y="1"/>
                  <a:pt x="13559" y="1174"/>
                  <a:pt x="0" y="3973"/>
                </a:cubicBezTo>
                <a:cubicBezTo>
                  <a:pt x="982" y="6629"/>
                  <a:pt x="1205" y="12052"/>
                  <a:pt x="1853" y="14262"/>
                </a:cubicBezTo>
                <a:cubicBezTo>
                  <a:pt x="3259" y="19194"/>
                  <a:pt x="12610" y="30220"/>
                  <a:pt x="23859" y="33077"/>
                </a:cubicBezTo>
                <a:cubicBezTo>
                  <a:pt x="25907" y="33596"/>
                  <a:pt x="27823" y="33808"/>
                  <a:pt x="29631" y="33808"/>
                </a:cubicBezTo>
                <a:cubicBezTo>
                  <a:pt x="37728" y="33808"/>
                  <a:pt x="43662" y="29551"/>
                  <a:pt x="49622" y="29551"/>
                </a:cubicBezTo>
                <a:cubicBezTo>
                  <a:pt x="50569" y="29551"/>
                  <a:pt x="51516" y="29659"/>
                  <a:pt x="52472" y="29907"/>
                </a:cubicBezTo>
                <a:cubicBezTo>
                  <a:pt x="60284" y="31938"/>
                  <a:pt x="55507" y="42049"/>
                  <a:pt x="72715" y="43165"/>
                </a:cubicBezTo>
                <a:cubicBezTo>
                  <a:pt x="70483" y="29863"/>
                  <a:pt x="71086" y="16270"/>
                  <a:pt x="71689" y="2812"/>
                </a:cubicBezTo>
                <a:cubicBezTo>
                  <a:pt x="58580" y="1069"/>
                  <a:pt x="47498" y="1"/>
                  <a:pt x="3650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4" name="Google Shape;904;p60"/>
          <p:cNvSpPr/>
          <p:nvPr/>
        </p:nvSpPr>
        <p:spPr>
          <a:xfrm rot="-5400000">
            <a:off x="11440592" y="49295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5" name="Google Shape;905;p60"/>
          <p:cNvSpPr/>
          <p:nvPr/>
        </p:nvSpPr>
        <p:spPr>
          <a:xfrm rot="-5400000">
            <a:off x="10286931" y="5058245"/>
            <a:ext cx="2654147" cy="1405347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6" name="Google Shape;906;p60"/>
          <p:cNvSpPr/>
          <p:nvPr/>
        </p:nvSpPr>
        <p:spPr>
          <a:xfrm rot="-5400000">
            <a:off x="10911541" y="52779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7" name="Google Shape;907;p60"/>
          <p:cNvSpPr/>
          <p:nvPr/>
        </p:nvSpPr>
        <p:spPr>
          <a:xfrm rot="5400000">
            <a:off x="11791025" y="28205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8" name="Google Shape;908;p60"/>
          <p:cNvSpPr/>
          <p:nvPr/>
        </p:nvSpPr>
        <p:spPr>
          <a:xfrm rot="-5400000">
            <a:off x="10054859" y="62412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09" name="Google Shape;909;p60"/>
          <p:cNvSpPr/>
          <p:nvPr/>
        </p:nvSpPr>
        <p:spPr>
          <a:xfrm rot="5400000">
            <a:off x="2008375" y="2826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22489337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61"/>
          <p:cNvSpPr txBox="1">
            <a:spLocks noGrp="1"/>
          </p:cNvSpPr>
          <p:nvPr>
            <p:ph type="title"/>
          </p:nvPr>
        </p:nvSpPr>
        <p:spPr>
          <a:xfrm>
            <a:off x="3163333" y="1014233"/>
            <a:ext cx="5865200" cy="12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12" name="Google Shape;912;p61"/>
          <p:cNvSpPr txBox="1">
            <a:spLocks noGrp="1"/>
          </p:cNvSpPr>
          <p:nvPr>
            <p:ph type="subTitle" idx="1"/>
          </p:nvPr>
        </p:nvSpPr>
        <p:spPr>
          <a:xfrm>
            <a:off x="3170148" y="2257900"/>
            <a:ext cx="5865200" cy="14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13" name="Google Shape;913;p61"/>
          <p:cNvSpPr txBox="1">
            <a:spLocks noGrp="1"/>
          </p:cNvSpPr>
          <p:nvPr>
            <p:ph type="subTitle" idx="2"/>
          </p:nvPr>
        </p:nvSpPr>
        <p:spPr>
          <a:xfrm>
            <a:off x="3569187" y="5270267"/>
            <a:ext cx="5053600" cy="3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67">
                <a:solidFill>
                  <a:schemeClr val="dk1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14" name="Google Shape;914;p61"/>
          <p:cNvSpPr txBox="1"/>
          <p:nvPr/>
        </p:nvSpPr>
        <p:spPr>
          <a:xfrm>
            <a:off x="3899187" y="4361051"/>
            <a:ext cx="4393600" cy="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</a:t>
            </a:r>
            <a:r>
              <a:rPr lang="en" sz="14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 This presentation template was created by</a:t>
            </a:r>
            <a:r>
              <a:rPr lang="en" sz="1467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including icons, infographics &amp; images by </a:t>
            </a:r>
            <a:r>
              <a:rPr lang="en" sz="1467" b="1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467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5" name="Google Shape;915;p61"/>
          <p:cNvSpPr/>
          <p:nvPr/>
        </p:nvSpPr>
        <p:spPr>
          <a:xfrm rot="-5538951">
            <a:off x="-3432716" y="1373291"/>
            <a:ext cx="8510679" cy="1768005"/>
          </a:xfrm>
          <a:custGeom>
            <a:avLst/>
            <a:gdLst/>
            <a:ahLst/>
            <a:cxnLst/>
            <a:rect l="l" t="t" r="r" b="b"/>
            <a:pathLst>
              <a:path w="79484" h="14785" extrusionOk="0">
                <a:moveTo>
                  <a:pt x="64823" y="0"/>
                </a:moveTo>
                <a:cubicBezTo>
                  <a:pt x="56730" y="0"/>
                  <a:pt x="48629" y="357"/>
                  <a:pt x="40537" y="566"/>
                </a:cubicBezTo>
                <a:cubicBezTo>
                  <a:pt x="32882" y="767"/>
                  <a:pt x="25204" y="856"/>
                  <a:pt x="17548" y="856"/>
                </a:cubicBezTo>
                <a:lnTo>
                  <a:pt x="6188" y="856"/>
                </a:lnTo>
                <a:cubicBezTo>
                  <a:pt x="5806" y="856"/>
                  <a:pt x="5327" y="841"/>
                  <a:pt x="4808" y="841"/>
                </a:cubicBezTo>
                <a:cubicBezTo>
                  <a:pt x="2720" y="841"/>
                  <a:pt x="0" y="1085"/>
                  <a:pt x="519" y="3534"/>
                </a:cubicBezTo>
                <a:cubicBezTo>
                  <a:pt x="1166" y="6614"/>
                  <a:pt x="4269" y="9560"/>
                  <a:pt x="6746" y="11190"/>
                </a:cubicBezTo>
                <a:cubicBezTo>
                  <a:pt x="10540" y="13712"/>
                  <a:pt x="15160" y="14738"/>
                  <a:pt x="19713" y="14783"/>
                </a:cubicBezTo>
                <a:cubicBezTo>
                  <a:pt x="19807" y="14784"/>
                  <a:pt x="19901" y="14784"/>
                  <a:pt x="19995" y="14784"/>
                </a:cubicBezTo>
                <a:cubicBezTo>
                  <a:pt x="22334" y="14784"/>
                  <a:pt x="24671" y="14518"/>
                  <a:pt x="26967" y="14024"/>
                </a:cubicBezTo>
                <a:cubicBezTo>
                  <a:pt x="29891" y="13377"/>
                  <a:pt x="32703" y="12350"/>
                  <a:pt x="35515" y="11324"/>
                </a:cubicBezTo>
                <a:cubicBezTo>
                  <a:pt x="42724" y="8712"/>
                  <a:pt x="50045" y="6235"/>
                  <a:pt x="57633" y="5141"/>
                </a:cubicBezTo>
                <a:cubicBezTo>
                  <a:pt x="61727" y="4546"/>
                  <a:pt x="65864" y="4360"/>
                  <a:pt x="70011" y="4360"/>
                </a:cubicBezTo>
                <a:cubicBezTo>
                  <a:pt x="73167" y="4360"/>
                  <a:pt x="76330" y="4468"/>
                  <a:pt x="79484" y="4583"/>
                </a:cubicBezTo>
                <a:cubicBezTo>
                  <a:pt x="79461" y="3222"/>
                  <a:pt x="79439" y="1860"/>
                  <a:pt x="79439" y="499"/>
                </a:cubicBezTo>
                <a:cubicBezTo>
                  <a:pt x="74572" y="130"/>
                  <a:pt x="69699" y="0"/>
                  <a:pt x="6482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16" name="Google Shape;916;p61"/>
          <p:cNvSpPr/>
          <p:nvPr/>
        </p:nvSpPr>
        <p:spPr>
          <a:xfrm rot="5400000" flipH="1">
            <a:off x="-1421008" y="3655685"/>
            <a:ext cx="4797367" cy="2049775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17" name="Google Shape;917;p61"/>
          <p:cNvSpPr/>
          <p:nvPr/>
        </p:nvSpPr>
        <p:spPr>
          <a:xfrm rot="5400000" flipH="1">
            <a:off x="-836683" y="5184206"/>
            <a:ext cx="2698400" cy="1428633"/>
          </a:xfrm>
          <a:custGeom>
            <a:avLst/>
            <a:gdLst/>
            <a:ahLst/>
            <a:cxnLst/>
            <a:rect l="l" t="t" r="r" b="b"/>
            <a:pathLst>
              <a:path w="80952" h="42859" extrusionOk="0">
                <a:moveTo>
                  <a:pt x="7027" y="1"/>
                </a:moveTo>
                <a:cubicBezTo>
                  <a:pt x="6872" y="1"/>
                  <a:pt x="6717" y="3"/>
                  <a:pt x="6562" y="7"/>
                </a:cubicBezTo>
                <a:cubicBezTo>
                  <a:pt x="4866" y="30"/>
                  <a:pt x="3192" y="387"/>
                  <a:pt x="1629" y="1056"/>
                </a:cubicBezTo>
                <a:cubicBezTo>
                  <a:pt x="0" y="1793"/>
                  <a:pt x="89" y="2418"/>
                  <a:pt x="335" y="4114"/>
                </a:cubicBezTo>
                <a:cubicBezTo>
                  <a:pt x="982" y="8332"/>
                  <a:pt x="1652" y="12528"/>
                  <a:pt x="2321" y="16724"/>
                </a:cubicBezTo>
                <a:lnTo>
                  <a:pt x="4241" y="29022"/>
                </a:lnTo>
                <a:cubicBezTo>
                  <a:pt x="4866" y="32972"/>
                  <a:pt x="6160" y="37347"/>
                  <a:pt x="6160" y="41342"/>
                </a:cubicBezTo>
                <a:cubicBezTo>
                  <a:pt x="6227" y="41676"/>
                  <a:pt x="6294" y="42056"/>
                  <a:pt x="6562" y="42257"/>
                </a:cubicBezTo>
                <a:cubicBezTo>
                  <a:pt x="6776" y="42374"/>
                  <a:pt x="7008" y="42440"/>
                  <a:pt x="7256" y="42440"/>
                </a:cubicBezTo>
                <a:cubicBezTo>
                  <a:pt x="7292" y="42440"/>
                  <a:pt x="7328" y="42438"/>
                  <a:pt x="7365" y="42435"/>
                </a:cubicBezTo>
                <a:cubicBezTo>
                  <a:pt x="18275" y="42693"/>
                  <a:pt x="29189" y="42859"/>
                  <a:pt x="40102" y="42859"/>
                </a:cubicBezTo>
                <a:cubicBezTo>
                  <a:pt x="53724" y="42859"/>
                  <a:pt x="67345" y="42601"/>
                  <a:pt x="80951" y="41944"/>
                </a:cubicBezTo>
                <a:cubicBezTo>
                  <a:pt x="71220" y="38596"/>
                  <a:pt x="61154" y="36409"/>
                  <a:pt x="50910" y="35450"/>
                </a:cubicBezTo>
                <a:cubicBezTo>
                  <a:pt x="46357" y="35003"/>
                  <a:pt x="41513" y="34735"/>
                  <a:pt x="37741" y="32124"/>
                </a:cubicBezTo>
                <a:cubicBezTo>
                  <a:pt x="33880" y="29423"/>
                  <a:pt x="31939" y="24781"/>
                  <a:pt x="30443" y="20317"/>
                </a:cubicBezTo>
                <a:cubicBezTo>
                  <a:pt x="28948" y="15854"/>
                  <a:pt x="27609" y="11144"/>
                  <a:pt x="24439" y="7663"/>
                </a:cubicBezTo>
                <a:cubicBezTo>
                  <a:pt x="22676" y="5743"/>
                  <a:pt x="20422" y="4315"/>
                  <a:pt x="18123" y="3087"/>
                </a:cubicBezTo>
                <a:cubicBezTo>
                  <a:pt x="14732" y="1327"/>
                  <a:pt x="10908" y="1"/>
                  <a:pt x="70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18" name="Google Shape;918;p61"/>
          <p:cNvSpPr/>
          <p:nvPr/>
        </p:nvSpPr>
        <p:spPr>
          <a:xfrm>
            <a:off x="1029067" y="36766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19" name="Google Shape;919;p61"/>
          <p:cNvSpPr/>
          <p:nvPr/>
        </p:nvSpPr>
        <p:spPr>
          <a:xfrm>
            <a:off x="2071067" y="46034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20" name="Google Shape;920;p61"/>
          <p:cNvSpPr/>
          <p:nvPr/>
        </p:nvSpPr>
        <p:spPr>
          <a:xfrm>
            <a:off x="1072467" y="1401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21" name="Google Shape;921;p61"/>
          <p:cNvSpPr/>
          <p:nvPr/>
        </p:nvSpPr>
        <p:spPr>
          <a:xfrm>
            <a:off x="1559533" y="47350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22" name="Google Shape;922;p61"/>
          <p:cNvSpPr/>
          <p:nvPr/>
        </p:nvSpPr>
        <p:spPr>
          <a:xfrm>
            <a:off x="501984" y="955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923" name="Google Shape;923;p61"/>
          <p:cNvGrpSpPr/>
          <p:nvPr/>
        </p:nvGrpSpPr>
        <p:grpSpPr>
          <a:xfrm rot="10800000">
            <a:off x="10261125" y="-297584"/>
            <a:ext cx="2235171" cy="9278023"/>
            <a:chOff x="-174456" y="-1522725"/>
            <a:chExt cx="1676378" cy="6958517"/>
          </a:xfrm>
        </p:grpSpPr>
        <p:sp>
          <p:nvSpPr>
            <p:cNvPr id="924" name="Google Shape;924;p61"/>
            <p:cNvSpPr/>
            <p:nvPr/>
          </p:nvSpPr>
          <p:spPr>
            <a:xfrm rot="-5538951">
              <a:off x="-2574537" y="1029968"/>
              <a:ext cx="6383009" cy="1326004"/>
            </a:xfrm>
            <a:custGeom>
              <a:avLst/>
              <a:gdLst/>
              <a:ahLst/>
              <a:cxnLst/>
              <a:rect l="l" t="t" r="r" b="b"/>
              <a:pathLst>
                <a:path w="79484" h="14785" extrusionOk="0">
                  <a:moveTo>
                    <a:pt x="64823" y="0"/>
                  </a:moveTo>
                  <a:cubicBezTo>
                    <a:pt x="56730" y="0"/>
                    <a:pt x="48629" y="357"/>
                    <a:pt x="40537" y="566"/>
                  </a:cubicBezTo>
                  <a:cubicBezTo>
                    <a:pt x="32882" y="767"/>
                    <a:pt x="25204" y="856"/>
                    <a:pt x="17548" y="856"/>
                  </a:cubicBezTo>
                  <a:lnTo>
                    <a:pt x="6188" y="856"/>
                  </a:lnTo>
                  <a:cubicBezTo>
                    <a:pt x="5806" y="856"/>
                    <a:pt x="5327" y="841"/>
                    <a:pt x="4808" y="841"/>
                  </a:cubicBezTo>
                  <a:cubicBezTo>
                    <a:pt x="2720" y="841"/>
                    <a:pt x="0" y="1085"/>
                    <a:pt x="519" y="3534"/>
                  </a:cubicBezTo>
                  <a:cubicBezTo>
                    <a:pt x="1166" y="6614"/>
                    <a:pt x="4269" y="9560"/>
                    <a:pt x="6746" y="11190"/>
                  </a:cubicBezTo>
                  <a:cubicBezTo>
                    <a:pt x="10540" y="13712"/>
                    <a:pt x="15160" y="14738"/>
                    <a:pt x="19713" y="14783"/>
                  </a:cubicBezTo>
                  <a:cubicBezTo>
                    <a:pt x="19807" y="14784"/>
                    <a:pt x="19901" y="14784"/>
                    <a:pt x="19995" y="14784"/>
                  </a:cubicBezTo>
                  <a:cubicBezTo>
                    <a:pt x="22334" y="14784"/>
                    <a:pt x="24671" y="14518"/>
                    <a:pt x="26967" y="14024"/>
                  </a:cubicBezTo>
                  <a:cubicBezTo>
                    <a:pt x="29891" y="13377"/>
                    <a:pt x="32703" y="12350"/>
                    <a:pt x="35515" y="11324"/>
                  </a:cubicBezTo>
                  <a:cubicBezTo>
                    <a:pt x="42724" y="8712"/>
                    <a:pt x="50045" y="6235"/>
                    <a:pt x="57633" y="5141"/>
                  </a:cubicBezTo>
                  <a:cubicBezTo>
                    <a:pt x="61727" y="4546"/>
                    <a:pt x="65864" y="4360"/>
                    <a:pt x="70011" y="4360"/>
                  </a:cubicBezTo>
                  <a:cubicBezTo>
                    <a:pt x="73167" y="4360"/>
                    <a:pt x="76330" y="4468"/>
                    <a:pt x="79484" y="4583"/>
                  </a:cubicBezTo>
                  <a:cubicBezTo>
                    <a:pt x="79461" y="3222"/>
                    <a:pt x="79439" y="1860"/>
                    <a:pt x="79439" y="499"/>
                  </a:cubicBezTo>
                  <a:cubicBezTo>
                    <a:pt x="74572" y="130"/>
                    <a:pt x="69699" y="0"/>
                    <a:pt x="6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25" name="Google Shape;925;p61"/>
            <p:cNvSpPr/>
            <p:nvPr/>
          </p:nvSpPr>
          <p:spPr>
            <a:xfrm rot="5400000" flipH="1">
              <a:off x="-1065756" y="2741763"/>
              <a:ext cx="3598025" cy="1537331"/>
            </a:xfrm>
            <a:custGeom>
              <a:avLst/>
              <a:gdLst/>
              <a:ahLst/>
              <a:cxnLst/>
              <a:rect l="l" t="t" r="r" b="b"/>
              <a:pathLst>
                <a:path w="143993" h="61524" extrusionOk="0">
                  <a:moveTo>
                    <a:pt x="25900" y="1"/>
                  </a:moveTo>
                  <a:cubicBezTo>
                    <a:pt x="11671" y="1"/>
                    <a:pt x="1" y="8596"/>
                    <a:pt x="1" y="8596"/>
                  </a:cubicBezTo>
                  <a:lnTo>
                    <a:pt x="186" y="61523"/>
                  </a:lnTo>
                  <a:lnTo>
                    <a:pt x="143993" y="61523"/>
                  </a:lnTo>
                  <a:cubicBezTo>
                    <a:pt x="138074" y="43327"/>
                    <a:pt x="128448" y="39288"/>
                    <a:pt x="117124" y="39288"/>
                  </a:cubicBezTo>
                  <a:cubicBezTo>
                    <a:pt x="108085" y="39288"/>
                    <a:pt x="97965" y="41861"/>
                    <a:pt x="87783" y="41861"/>
                  </a:cubicBezTo>
                  <a:cubicBezTo>
                    <a:pt x="83897" y="41861"/>
                    <a:pt x="80003" y="41486"/>
                    <a:pt x="76156" y="40451"/>
                  </a:cubicBezTo>
                  <a:cubicBezTo>
                    <a:pt x="58842" y="35830"/>
                    <a:pt x="64326" y="18763"/>
                    <a:pt x="43685" y="5269"/>
                  </a:cubicBezTo>
                  <a:cubicBezTo>
                    <a:pt x="37737" y="1386"/>
                    <a:pt x="31612" y="1"/>
                    <a:pt x="259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26" name="Google Shape;926;p61"/>
            <p:cNvSpPr/>
            <p:nvPr/>
          </p:nvSpPr>
          <p:spPr>
            <a:xfrm rot="5400000" flipH="1">
              <a:off x="-627512" y="3888154"/>
              <a:ext cx="2023800" cy="1071475"/>
            </a:xfrm>
            <a:custGeom>
              <a:avLst/>
              <a:gdLst/>
              <a:ahLst/>
              <a:cxnLst/>
              <a:rect l="l" t="t" r="r" b="b"/>
              <a:pathLst>
                <a:path w="80952" h="42859" extrusionOk="0">
                  <a:moveTo>
                    <a:pt x="7027" y="1"/>
                  </a:moveTo>
                  <a:cubicBezTo>
                    <a:pt x="6872" y="1"/>
                    <a:pt x="6717" y="3"/>
                    <a:pt x="6562" y="7"/>
                  </a:cubicBezTo>
                  <a:cubicBezTo>
                    <a:pt x="4866" y="30"/>
                    <a:pt x="3192" y="387"/>
                    <a:pt x="1629" y="1056"/>
                  </a:cubicBezTo>
                  <a:cubicBezTo>
                    <a:pt x="0" y="1793"/>
                    <a:pt x="89" y="2418"/>
                    <a:pt x="335" y="4114"/>
                  </a:cubicBezTo>
                  <a:cubicBezTo>
                    <a:pt x="982" y="8332"/>
                    <a:pt x="1652" y="12528"/>
                    <a:pt x="2321" y="16724"/>
                  </a:cubicBezTo>
                  <a:lnTo>
                    <a:pt x="4241" y="29022"/>
                  </a:lnTo>
                  <a:cubicBezTo>
                    <a:pt x="4866" y="32972"/>
                    <a:pt x="6160" y="37347"/>
                    <a:pt x="6160" y="41342"/>
                  </a:cubicBezTo>
                  <a:cubicBezTo>
                    <a:pt x="6227" y="41676"/>
                    <a:pt x="6294" y="42056"/>
                    <a:pt x="6562" y="42257"/>
                  </a:cubicBezTo>
                  <a:cubicBezTo>
                    <a:pt x="6776" y="42374"/>
                    <a:pt x="7008" y="42440"/>
                    <a:pt x="7256" y="42440"/>
                  </a:cubicBezTo>
                  <a:cubicBezTo>
                    <a:pt x="7292" y="42440"/>
                    <a:pt x="7328" y="42438"/>
                    <a:pt x="7365" y="42435"/>
                  </a:cubicBezTo>
                  <a:cubicBezTo>
                    <a:pt x="18275" y="42693"/>
                    <a:pt x="29189" y="42859"/>
                    <a:pt x="40102" y="42859"/>
                  </a:cubicBezTo>
                  <a:cubicBezTo>
                    <a:pt x="53724" y="42859"/>
                    <a:pt x="67345" y="42601"/>
                    <a:pt x="80951" y="41944"/>
                  </a:cubicBezTo>
                  <a:cubicBezTo>
                    <a:pt x="71220" y="38596"/>
                    <a:pt x="61154" y="36409"/>
                    <a:pt x="50910" y="35450"/>
                  </a:cubicBezTo>
                  <a:cubicBezTo>
                    <a:pt x="46357" y="35003"/>
                    <a:pt x="41513" y="34735"/>
                    <a:pt x="37741" y="32124"/>
                  </a:cubicBezTo>
                  <a:cubicBezTo>
                    <a:pt x="33880" y="29423"/>
                    <a:pt x="31939" y="24781"/>
                    <a:pt x="30443" y="20317"/>
                  </a:cubicBezTo>
                  <a:cubicBezTo>
                    <a:pt x="28948" y="15854"/>
                    <a:pt x="27609" y="11144"/>
                    <a:pt x="24439" y="7663"/>
                  </a:cubicBezTo>
                  <a:cubicBezTo>
                    <a:pt x="22676" y="5743"/>
                    <a:pt x="20422" y="4315"/>
                    <a:pt x="18123" y="3087"/>
                  </a:cubicBezTo>
                  <a:cubicBezTo>
                    <a:pt x="14732" y="1327"/>
                    <a:pt x="10908" y="1"/>
                    <a:pt x="7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927" name="Google Shape;927;p61"/>
          <p:cNvSpPr/>
          <p:nvPr/>
        </p:nvSpPr>
        <p:spPr>
          <a:xfrm rot="10800000" flipH="1">
            <a:off x="10642200" y="3813900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28" name="Google Shape;928;p61"/>
          <p:cNvSpPr/>
          <p:nvPr/>
        </p:nvSpPr>
        <p:spPr>
          <a:xfrm rot="10800000" flipH="1">
            <a:off x="11109400" y="2633533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29" name="Google Shape;929;p61"/>
          <p:cNvSpPr/>
          <p:nvPr/>
        </p:nvSpPr>
        <p:spPr>
          <a:xfrm rot="10800000" flipH="1">
            <a:off x="10576600" y="57162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30" name="Google Shape;930;p61"/>
          <p:cNvSpPr/>
          <p:nvPr/>
        </p:nvSpPr>
        <p:spPr>
          <a:xfrm rot="10800000" flipH="1">
            <a:off x="10261133" y="23037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31" name="Google Shape;931;p61"/>
          <p:cNvSpPr/>
          <p:nvPr/>
        </p:nvSpPr>
        <p:spPr>
          <a:xfrm rot="10800000" flipH="1">
            <a:off x="11065984" y="59893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1648650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2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34" name="Google Shape;934;p62"/>
          <p:cNvSpPr txBox="1">
            <a:spLocks noGrp="1"/>
          </p:cNvSpPr>
          <p:nvPr>
            <p:ph type="subTitle" idx="1"/>
          </p:nvPr>
        </p:nvSpPr>
        <p:spPr>
          <a:xfrm>
            <a:off x="2820767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35" name="Google Shape;935;p62"/>
          <p:cNvSpPr txBox="1">
            <a:spLocks noGrp="1"/>
          </p:cNvSpPr>
          <p:nvPr>
            <p:ph type="subTitle" idx="2"/>
          </p:nvPr>
        </p:nvSpPr>
        <p:spPr>
          <a:xfrm>
            <a:off x="2688467" y="2860533"/>
            <a:ext cx="6815200" cy="2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36" name="Google Shape;936;p62"/>
          <p:cNvSpPr/>
          <p:nvPr/>
        </p:nvSpPr>
        <p:spPr>
          <a:xfrm flipH="1">
            <a:off x="-23805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37" name="Google Shape;937;p62"/>
          <p:cNvSpPr/>
          <p:nvPr/>
        </p:nvSpPr>
        <p:spPr>
          <a:xfrm rot="10800000" flipH="1">
            <a:off x="-371096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38" name="Google Shape;938;p62"/>
          <p:cNvSpPr/>
          <p:nvPr/>
        </p:nvSpPr>
        <p:spPr>
          <a:xfrm rot="-10484947">
            <a:off x="-979919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39" name="Google Shape;939;p62"/>
          <p:cNvSpPr/>
          <p:nvPr/>
        </p:nvSpPr>
        <p:spPr>
          <a:xfrm rot="10800000" flipH="1">
            <a:off x="22963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40" name="Google Shape;940;p62"/>
          <p:cNvSpPr/>
          <p:nvPr/>
        </p:nvSpPr>
        <p:spPr>
          <a:xfrm rot="10800000" flipH="1">
            <a:off x="1109768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41" name="Google Shape;941;p62"/>
          <p:cNvSpPr/>
          <p:nvPr/>
        </p:nvSpPr>
        <p:spPr>
          <a:xfrm rot="10800000" flipH="1">
            <a:off x="82068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38553191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3"/>
          <p:cNvSpPr txBox="1">
            <a:spLocks noGrp="1"/>
          </p:cNvSpPr>
          <p:nvPr>
            <p:ph type="title"/>
          </p:nvPr>
        </p:nvSpPr>
        <p:spPr>
          <a:xfrm>
            <a:off x="4141267" y="484367"/>
            <a:ext cx="39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44" name="Google Shape;944;p63"/>
          <p:cNvSpPr txBox="1">
            <a:spLocks noGrp="1"/>
          </p:cNvSpPr>
          <p:nvPr>
            <p:ph type="subTitle" idx="1"/>
          </p:nvPr>
        </p:nvSpPr>
        <p:spPr>
          <a:xfrm>
            <a:off x="1013700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5" name="Google Shape;945;p63"/>
          <p:cNvSpPr txBox="1">
            <a:spLocks noGrp="1"/>
          </p:cNvSpPr>
          <p:nvPr>
            <p:ph type="subTitle" idx="2"/>
          </p:nvPr>
        </p:nvSpPr>
        <p:spPr>
          <a:xfrm>
            <a:off x="720000" y="2860533"/>
            <a:ext cx="5112000" cy="3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6" name="Google Shape;946;p63"/>
          <p:cNvSpPr txBox="1">
            <a:spLocks noGrp="1"/>
          </p:cNvSpPr>
          <p:nvPr>
            <p:ph type="subTitle" idx="3"/>
          </p:nvPr>
        </p:nvSpPr>
        <p:spPr>
          <a:xfrm>
            <a:off x="6085600" y="2047267"/>
            <a:ext cx="26772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36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7" name="Google Shape;947;p63"/>
          <p:cNvSpPr txBox="1">
            <a:spLocks noGrp="1"/>
          </p:cNvSpPr>
          <p:nvPr>
            <p:ph type="subTitle" idx="4"/>
          </p:nvPr>
        </p:nvSpPr>
        <p:spPr>
          <a:xfrm>
            <a:off x="5920800" y="2860533"/>
            <a:ext cx="5112000" cy="3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 rtl="0"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48" name="Google Shape;948;p63"/>
          <p:cNvSpPr/>
          <p:nvPr/>
        </p:nvSpPr>
        <p:spPr>
          <a:xfrm>
            <a:off x="8109436" y="-157720"/>
            <a:ext cx="4272457" cy="2201519"/>
          </a:xfrm>
          <a:custGeom>
            <a:avLst/>
            <a:gdLst/>
            <a:ahLst/>
            <a:cxnLst/>
            <a:rect l="l" t="t" r="r" b="b"/>
            <a:pathLst>
              <a:path w="64695" h="36451" extrusionOk="0">
                <a:moveTo>
                  <a:pt x="5503" y="0"/>
                </a:moveTo>
                <a:cubicBezTo>
                  <a:pt x="2589" y="0"/>
                  <a:pt x="1" y="186"/>
                  <a:pt x="237" y="874"/>
                </a:cubicBezTo>
                <a:cubicBezTo>
                  <a:pt x="460" y="1499"/>
                  <a:pt x="4411" y="2169"/>
                  <a:pt x="5259" y="2593"/>
                </a:cubicBezTo>
                <a:cubicBezTo>
                  <a:pt x="7178" y="3552"/>
                  <a:pt x="8897" y="4869"/>
                  <a:pt x="10325" y="6454"/>
                </a:cubicBezTo>
                <a:cubicBezTo>
                  <a:pt x="13673" y="10092"/>
                  <a:pt x="16619" y="21050"/>
                  <a:pt x="24989" y="22345"/>
                </a:cubicBezTo>
                <a:cubicBezTo>
                  <a:pt x="25398" y="22407"/>
                  <a:pt x="25804" y="22437"/>
                  <a:pt x="26206" y="22437"/>
                </a:cubicBezTo>
                <a:cubicBezTo>
                  <a:pt x="31849" y="22437"/>
                  <a:pt x="36809" y="16669"/>
                  <a:pt x="38871" y="15314"/>
                </a:cubicBezTo>
                <a:cubicBezTo>
                  <a:pt x="39863" y="14681"/>
                  <a:pt x="40996" y="14362"/>
                  <a:pt x="42135" y="14362"/>
                </a:cubicBezTo>
                <a:cubicBezTo>
                  <a:pt x="43201" y="14362"/>
                  <a:pt x="44272" y="14642"/>
                  <a:pt x="45232" y="15203"/>
                </a:cubicBezTo>
                <a:cubicBezTo>
                  <a:pt x="49027" y="17502"/>
                  <a:pt x="49071" y="22858"/>
                  <a:pt x="50634" y="27010"/>
                </a:cubicBezTo>
                <a:cubicBezTo>
                  <a:pt x="52642" y="32143"/>
                  <a:pt x="57307" y="35759"/>
                  <a:pt x="62775" y="36450"/>
                </a:cubicBezTo>
                <a:cubicBezTo>
                  <a:pt x="62396" y="25269"/>
                  <a:pt x="63043" y="14065"/>
                  <a:pt x="64694" y="2994"/>
                </a:cubicBezTo>
                <a:cubicBezTo>
                  <a:pt x="57530" y="1745"/>
                  <a:pt x="50232" y="1499"/>
                  <a:pt x="42978" y="1254"/>
                </a:cubicBezTo>
                <a:cubicBezTo>
                  <a:pt x="32957" y="896"/>
                  <a:pt x="22936" y="562"/>
                  <a:pt x="12914" y="249"/>
                </a:cubicBezTo>
                <a:cubicBezTo>
                  <a:pt x="12140" y="215"/>
                  <a:pt x="8634" y="0"/>
                  <a:pt x="550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49" name="Google Shape;949;p63"/>
          <p:cNvSpPr/>
          <p:nvPr/>
        </p:nvSpPr>
        <p:spPr>
          <a:xfrm rot="10800000">
            <a:off x="9287568" y="-96892"/>
            <a:ext cx="3227363" cy="1378957"/>
          </a:xfrm>
          <a:custGeom>
            <a:avLst/>
            <a:gdLst/>
            <a:ahLst/>
            <a:cxnLst/>
            <a:rect l="l" t="t" r="r" b="b"/>
            <a:pathLst>
              <a:path w="143993" h="61524" extrusionOk="0">
                <a:moveTo>
                  <a:pt x="25900" y="1"/>
                </a:moveTo>
                <a:cubicBezTo>
                  <a:pt x="11671" y="1"/>
                  <a:pt x="1" y="8596"/>
                  <a:pt x="1" y="8596"/>
                </a:cubicBezTo>
                <a:lnTo>
                  <a:pt x="186" y="61523"/>
                </a:lnTo>
                <a:lnTo>
                  <a:pt x="143993" y="61523"/>
                </a:lnTo>
                <a:cubicBezTo>
                  <a:pt x="138074" y="43327"/>
                  <a:pt x="128448" y="39288"/>
                  <a:pt x="117124" y="39288"/>
                </a:cubicBezTo>
                <a:cubicBezTo>
                  <a:pt x="108085" y="39288"/>
                  <a:pt x="97965" y="41861"/>
                  <a:pt x="87783" y="41861"/>
                </a:cubicBezTo>
                <a:cubicBezTo>
                  <a:pt x="83897" y="41861"/>
                  <a:pt x="80003" y="41486"/>
                  <a:pt x="76156" y="40451"/>
                </a:cubicBezTo>
                <a:cubicBezTo>
                  <a:pt x="58842" y="35830"/>
                  <a:pt x="64326" y="18763"/>
                  <a:pt x="43685" y="5269"/>
                </a:cubicBezTo>
                <a:cubicBezTo>
                  <a:pt x="37737" y="1386"/>
                  <a:pt x="31612" y="1"/>
                  <a:pt x="259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0" name="Google Shape;950;p63"/>
          <p:cNvSpPr/>
          <p:nvPr/>
        </p:nvSpPr>
        <p:spPr>
          <a:xfrm rot="10484947" flipH="1">
            <a:off x="10665847" y="-549076"/>
            <a:ext cx="2457908" cy="1159047"/>
          </a:xfrm>
          <a:custGeom>
            <a:avLst/>
            <a:gdLst/>
            <a:ahLst/>
            <a:cxnLst/>
            <a:rect l="l" t="t" r="r" b="b"/>
            <a:pathLst>
              <a:path w="49839" h="23502" extrusionOk="0">
                <a:moveTo>
                  <a:pt x="12527" y="1"/>
                </a:moveTo>
                <a:cubicBezTo>
                  <a:pt x="11413" y="1"/>
                  <a:pt x="10247" y="125"/>
                  <a:pt x="9017" y="410"/>
                </a:cubicBezTo>
                <a:cubicBezTo>
                  <a:pt x="4486" y="1459"/>
                  <a:pt x="402" y="6325"/>
                  <a:pt x="157" y="11280"/>
                </a:cubicBezTo>
                <a:cubicBezTo>
                  <a:pt x="0" y="14650"/>
                  <a:pt x="1518" y="19694"/>
                  <a:pt x="5468" y="22238"/>
                </a:cubicBezTo>
                <a:cubicBezTo>
                  <a:pt x="6967" y="23186"/>
                  <a:pt x="8215" y="23502"/>
                  <a:pt x="9471" y="23502"/>
                </a:cubicBezTo>
                <a:cubicBezTo>
                  <a:pt x="10404" y="23502"/>
                  <a:pt x="11341" y="23327"/>
                  <a:pt x="12387" y="23109"/>
                </a:cubicBezTo>
                <a:cubicBezTo>
                  <a:pt x="23723" y="20797"/>
                  <a:pt x="35152" y="18016"/>
                  <a:pt x="46692" y="18016"/>
                </a:cubicBezTo>
                <a:cubicBezTo>
                  <a:pt x="47740" y="18016"/>
                  <a:pt x="48789" y="18039"/>
                  <a:pt x="49839" y="18087"/>
                </a:cubicBezTo>
                <a:cubicBezTo>
                  <a:pt x="49214" y="15520"/>
                  <a:pt x="49147" y="12820"/>
                  <a:pt x="48500" y="10253"/>
                </a:cubicBezTo>
                <a:cubicBezTo>
                  <a:pt x="47830" y="7664"/>
                  <a:pt x="46245" y="3624"/>
                  <a:pt x="43723" y="2486"/>
                </a:cubicBezTo>
                <a:cubicBezTo>
                  <a:pt x="43091" y="2196"/>
                  <a:pt x="42479" y="2074"/>
                  <a:pt x="41873" y="2074"/>
                </a:cubicBezTo>
                <a:cubicBezTo>
                  <a:pt x="38847" y="2074"/>
                  <a:pt x="35967" y="5108"/>
                  <a:pt x="31336" y="5276"/>
                </a:cubicBezTo>
                <a:cubicBezTo>
                  <a:pt x="31216" y="5280"/>
                  <a:pt x="31096" y="5282"/>
                  <a:pt x="30977" y="5282"/>
                </a:cubicBezTo>
                <a:cubicBezTo>
                  <a:pt x="24835" y="5282"/>
                  <a:pt x="19797" y="1"/>
                  <a:pt x="125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1" name="Google Shape;951;p63"/>
          <p:cNvSpPr/>
          <p:nvPr/>
        </p:nvSpPr>
        <p:spPr>
          <a:xfrm rot="10800000">
            <a:off x="9629517" y="61099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2" name="Google Shape;952;p63"/>
          <p:cNvSpPr/>
          <p:nvPr/>
        </p:nvSpPr>
        <p:spPr>
          <a:xfrm rot="10800000">
            <a:off x="10902867" y="92954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3" name="Google Shape;953;p63"/>
          <p:cNvSpPr/>
          <p:nvPr/>
        </p:nvSpPr>
        <p:spPr>
          <a:xfrm rot="10800000">
            <a:off x="11930567" y="2109245"/>
            <a:ext cx="131200" cy="131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21759801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4"/>
          <p:cNvSpPr/>
          <p:nvPr/>
        </p:nvSpPr>
        <p:spPr>
          <a:xfrm rot="10800000">
            <a:off x="3001742" y="-170"/>
            <a:ext cx="5950497" cy="1413233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6" name="Google Shape;956;p64"/>
          <p:cNvSpPr/>
          <p:nvPr/>
        </p:nvSpPr>
        <p:spPr>
          <a:xfrm rot="10799504" flipH="1">
            <a:off x="-9000" y="708"/>
            <a:ext cx="12205687" cy="1083067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7" name="Google Shape;957;p64"/>
          <p:cNvSpPr/>
          <p:nvPr/>
        </p:nvSpPr>
        <p:spPr>
          <a:xfrm rot="-10799504">
            <a:off x="315" y="647"/>
            <a:ext cx="12205687" cy="1154253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8" name="Google Shape;958;p64"/>
          <p:cNvSpPr/>
          <p:nvPr/>
        </p:nvSpPr>
        <p:spPr>
          <a:xfrm rot="-4555973" flipH="1">
            <a:off x="6545105" y="3542683"/>
            <a:ext cx="1942768" cy="6076588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59" name="Google Shape;959;p64"/>
          <p:cNvSpPr/>
          <p:nvPr/>
        </p:nvSpPr>
        <p:spPr>
          <a:xfrm rot="10800000" flipH="1">
            <a:off x="2" y="5924099"/>
            <a:ext cx="12205685" cy="1115660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0" name="Google Shape;960;p64"/>
          <p:cNvSpPr/>
          <p:nvPr/>
        </p:nvSpPr>
        <p:spPr>
          <a:xfrm rot="10800000" flipH="1">
            <a:off x="-9000" y="5822258"/>
            <a:ext cx="12215013" cy="122344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1" name="Google Shape;961;p64"/>
          <p:cNvSpPr/>
          <p:nvPr/>
        </p:nvSpPr>
        <p:spPr>
          <a:xfrm rot="5400000">
            <a:off x="10969041" y="56712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2" name="Google Shape;962;p64"/>
          <p:cNvSpPr/>
          <p:nvPr/>
        </p:nvSpPr>
        <p:spPr>
          <a:xfrm rot="5400000">
            <a:off x="3701292" y="58344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3" name="Google Shape;963;p64"/>
          <p:cNvSpPr/>
          <p:nvPr/>
        </p:nvSpPr>
        <p:spPr>
          <a:xfrm rot="-5400000">
            <a:off x="8709075" y="5539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4" name="Google Shape;964;p64"/>
          <p:cNvSpPr/>
          <p:nvPr/>
        </p:nvSpPr>
        <p:spPr>
          <a:xfrm rot="5400000">
            <a:off x="561308" y="521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5" name="Google Shape;965;p64"/>
          <p:cNvSpPr/>
          <p:nvPr/>
        </p:nvSpPr>
        <p:spPr>
          <a:xfrm rot="5400000">
            <a:off x="9644275" y="10888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6" name="Google Shape;966;p64"/>
          <p:cNvSpPr/>
          <p:nvPr/>
        </p:nvSpPr>
        <p:spPr>
          <a:xfrm rot="5400000">
            <a:off x="7841359" y="955392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67" name="Google Shape;967;p64"/>
          <p:cNvSpPr/>
          <p:nvPr/>
        </p:nvSpPr>
        <p:spPr>
          <a:xfrm rot="5400000">
            <a:off x="3362108" y="8854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65175484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5"/>
          <p:cNvSpPr/>
          <p:nvPr/>
        </p:nvSpPr>
        <p:spPr>
          <a:xfrm rot="10800000" flipH="1">
            <a:off x="1608049" y="5881165"/>
            <a:ext cx="5249311" cy="977032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0" name="Google Shape;970;p65"/>
          <p:cNvSpPr/>
          <p:nvPr/>
        </p:nvSpPr>
        <p:spPr>
          <a:xfrm flipH="1">
            <a:off x="5252850" y="132"/>
            <a:ext cx="6835569" cy="1727905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1" name="Google Shape;971;p65"/>
          <p:cNvSpPr/>
          <p:nvPr/>
        </p:nvSpPr>
        <p:spPr>
          <a:xfrm rot="10800000">
            <a:off x="-1832684" y="5522235"/>
            <a:ext cx="7646707" cy="1335963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2" name="Google Shape;972;p65"/>
          <p:cNvSpPr/>
          <p:nvPr/>
        </p:nvSpPr>
        <p:spPr>
          <a:xfrm rot="10800000" flipH="1">
            <a:off x="6684612" y="273"/>
            <a:ext cx="5507776" cy="196378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3" name="Google Shape;973;p65"/>
          <p:cNvSpPr/>
          <p:nvPr/>
        </p:nvSpPr>
        <p:spPr>
          <a:xfrm rot="10800000">
            <a:off x="7505048" y="653"/>
            <a:ext cx="4686864" cy="196354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4" name="Google Shape;974;p65"/>
          <p:cNvSpPr/>
          <p:nvPr/>
        </p:nvSpPr>
        <p:spPr>
          <a:xfrm rot="10800000" flipH="1">
            <a:off x="-102874" y="5684627"/>
            <a:ext cx="5249473" cy="1173572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5" name="Google Shape;975;p65"/>
          <p:cNvSpPr/>
          <p:nvPr/>
        </p:nvSpPr>
        <p:spPr>
          <a:xfrm>
            <a:off x="2611000" y="54293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6" name="Google Shape;976;p65"/>
          <p:cNvSpPr/>
          <p:nvPr/>
        </p:nvSpPr>
        <p:spPr>
          <a:xfrm>
            <a:off x="380400" y="5140833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7" name="Google Shape;977;p65"/>
          <p:cNvSpPr/>
          <p:nvPr/>
        </p:nvSpPr>
        <p:spPr>
          <a:xfrm>
            <a:off x="6030400" y="65236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8" name="Google Shape;978;p65"/>
          <p:cNvSpPr/>
          <p:nvPr/>
        </p:nvSpPr>
        <p:spPr>
          <a:xfrm rot="10800000" flipH="1">
            <a:off x="8485033" y="15100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79" name="Google Shape;979;p65"/>
          <p:cNvSpPr/>
          <p:nvPr/>
        </p:nvSpPr>
        <p:spPr>
          <a:xfrm rot="10800000" flipH="1">
            <a:off x="11028533" y="1788667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0" name="Google Shape;980;p65"/>
          <p:cNvSpPr/>
          <p:nvPr/>
        </p:nvSpPr>
        <p:spPr>
          <a:xfrm rot="10800000" flipH="1">
            <a:off x="5814033" y="4311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97427433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6"/>
          <p:cNvSpPr/>
          <p:nvPr/>
        </p:nvSpPr>
        <p:spPr>
          <a:xfrm rot="-5400000" flipH="1">
            <a:off x="9400336" y="3433882"/>
            <a:ext cx="3257661" cy="1253321"/>
          </a:xfrm>
          <a:custGeom>
            <a:avLst/>
            <a:gdLst/>
            <a:ahLst/>
            <a:cxnLst/>
            <a:rect l="l" t="t" r="r" b="b"/>
            <a:pathLst>
              <a:path w="283357" h="76391" extrusionOk="0">
                <a:moveTo>
                  <a:pt x="0" y="76391"/>
                </a:moveTo>
                <a:cubicBezTo>
                  <a:pt x="0" y="76391"/>
                  <a:pt x="7446" y="11303"/>
                  <a:pt x="69809" y="27459"/>
                </a:cubicBezTo>
                <a:cubicBezTo>
                  <a:pt x="163419" y="51659"/>
                  <a:pt x="141479" y="1"/>
                  <a:pt x="215011" y="3524"/>
                </a:cubicBezTo>
                <a:cubicBezTo>
                  <a:pt x="283357" y="6716"/>
                  <a:pt x="283024" y="76391"/>
                  <a:pt x="283024" y="7639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3" name="Google Shape;983;p66"/>
          <p:cNvSpPr/>
          <p:nvPr/>
        </p:nvSpPr>
        <p:spPr>
          <a:xfrm rot="-5399497">
            <a:off x="8433908" y="2268263"/>
            <a:ext cx="6020449" cy="1494891"/>
          </a:xfrm>
          <a:custGeom>
            <a:avLst/>
            <a:gdLst/>
            <a:ahLst/>
            <a:cxnLst/>
            <a:rect l="l" t="t" r="r" b="b"/>
            <a:pathLst>
              <a:path w="264364" h="43920" extrusionOk="0">
                <a:moveTo>
                  <a:pt x="219423" y="1"/>
                </a:moveTo>
                <a:cubicBezTo>
                  <a:pt x="218735" y="1"/>
                  <a:pt x="218026" y="14"/>
                  <a:pt x="217297" y="39"/>
                </a:cubicBezTo>
                <a:cubicBezTo>
                  <a:pt x="193855" y="856"/>
                  <a:pt x="190998" y="14255"/>
                  <a:pt x="172689" y="14255"/>
                </a:cubicBezTo>
                <a:cubicBezTo>
                  <a:pt x="167988" y="14255"/>
                  <a:pt x="162268" y="13372"/>
                  <a:pt x="154919" y="11165"/>
                </a:cubicBezTo>
                <a:cubicBezTo>
                  <a:pt x="146746" y="8716"/>
                  <a:pt x="139552" y="7721"/>
                  <a:pt x="133072" y="7721"/>
                </a:cubicBezTo>
                <a:cubicBezTo>
                  <a:pt x="104893" y="7721"/>
                  <a:pt x="90210" y="26543"/>
                  <a:pt x="67183" y="26543"/>
                </a:cubicBezTo>
                <a:cubicBezTo>
                  <a:pt x="66131" y="26543"/>
                  <a:pt x="65061" y="26504"/>
                  <a:pt x="63971" y="26422"/>
                </a:cubicBezTo>
                <a:cubicBezTo>
                  <a:pt x="34457" y="24207"/>
                  <a:pt x="42828" y="9572"/>
                  <a:pt x="0" y="5305"/>
                </a:cubicBezTo>
                <a:lnTo>
                  <a:pt x="0" y="43920"/>
                </a:lnTo>
                <a:lnTo>
                  <a:pt x="264364" y="43920"/>
                </a:lnTo>
                <a:lnTo>
                  <a:pt x="264364" y="9491"/>
                </a:lnTo>
                <a:cubicBezTo>
                  <a:pt x="261782" y="9924"/>
                  <a:pt x="259493" y="10114"/>
                  <a:pt x="257424" y="10114"/>
                </a:cubicBezTo>
                <a:cubicBezTo>
                  <a:pt x="242345" y="10114"/>
                  <a:pt x="238978" y="1"/>
                  <a:pt x="219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4" name="Google Shape;984;p66"/>
          <p:cNvSpPr/>
          <p:nvPr/>
        </p:nvSpPr>
        <p:spPr>
          <a:xfrm rot="-5400440" flipH="1">
            <a:off x="7953905" y="2632402"/>
            <a:ext cx="6882276" cy="1593068"/>
          </a:xfrm>
          <a:custGeom>
            <a:avLst/>
            <a:gdLst/>
            <a:ahLst/>
            <a:cxnLst/>
            <a:rect l="l" t="t" r="r" b="b"/>
            <a:pathLst>
              <a:path w="264364" h="40820" extrusionOk="0">
                <a:moveTo>
                  <a:pt x="224094" y="1"/>
                </a:moveTo>
                <a:cubicBezTo>
                  <a:pt x="221694" y="1"/>
                  <a:pt x="219079" y="167"/>
                  <a:pt x="216217" y="530"/>
                </a:cubicBezTo>
                <a:cubicBezTo>
                  <a:pt x="190574" y="3768"/>
                  <a:pt x="189388" y="22268"/>
                  <a:pt x="168921" y="22268"/>
                </a:cubicBezTo>
                <a:cubicBezTo>
                  <a:pt x="166175" y="22268"/>
                  <a:pt x="163082" y="21935"/>
                  <a:pt x="159536" y="21188"/>
                </a:cubicBezTo>
                <a:cubicBezTo>
                  <a:pt x="147862" y="18719"/>
                  <a:pt x="138271" y="17735"/>
                  <a:pt x="130168" y="17735"/>
                </a:cubicBezTo>
                <a:cubicBezTo>
                  <a:pt x="98424" y="17735"/>
                  <a:pt x="89504" y="32828"/>
                  <a:pt x="67530" y="32828"/>
                </a:cubicBezTo>
                <a:cubicBezTo>
                  <a:pt x="66466" y="32828"/>
                  <a:pt x="65371" y="32792"/>
                  <a:pt x="64241" y="32718"/>
                </a:cubicBezTo>
                <a:cubicBezTo>
                  <a:pt x="34727" y="30801"/>
                  <a:pt x="42828" y="18541"/>
                  <a:pt x="0" y="14842"/>
                </a:cubicBezTo>
                <a:lnTo>
                  <a:pt x="0" y="40819"/>
                </a:lnTo>
                <a:lnTo>
                  <a:pt x="264364" y="40819"/>
                </a:lnTo>
                <a:lnTo>
                  <a:pt x="264364" y="17785"/>
                </a:lnTo>
                <a:cubicBezTo>
                  <a:pt x="250431" y="15121"/>
                  <a:pt x="247008" y="1"/>
                  <a:pt x="22409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5" name="Google Shape;985;p66"/>
          <p:cNvSpPr/>
          <p:nvPr/>
        </p:nvSpPr>
        <p:spPr>
          <a:xfrm rot="-5400000">
            <a:off x="-2389124" y="2415796"/>
            <a:ext cx="6836563" cy="2058315"/>
          </a:xfrm>
          <a:custGeom>
            <a:avLst/>
            <a:gdLst/>
            <a:ahLst/>
            <a:cxnLst/>
            <a:rect l="l" t="t" r="r" b="b"/>
            <a:pathLst>
              <a:path w="246008" h="61867" extrusionOk="0">
                <a:moveTo>
                  <a:pt x="1" y="0"/>
                </a:moveTo>
                <a:cubicBezTo>
                  <a:pt x="1" y="0"/>
                  <a:pt x="3900" y="44992"/>
                  <a:pt x="39194" y="57840"/>
                </a:cubicBezTo>
                <a:cubicBezTo>
                  <a:pt x="46974" y="60669"/>
                  <a:pt x="53930" y="61867"/>
                  <a:pt x="60240" y="61867"/>
                </a:cubicBezTo>
                <a:cubicBezTo>
                  <a:pt x="95172" y="61867"/>
                  <a:pt x="110319" y="25159"/>
                  <a:pt x="135837" y="25159"/>
                </a:cubicBezTo>
                <a:cubicBezTo>
                  <a:pt x="138295" y="25159"/>
                  <a:pt x="140849" y="25499"/>
                  <a:pt x="143526" y="26246"/>
                </a:cubicBezTo>
                <a:cubicBezTo>
                  <a:pt x="159260" y="30639"/>
                  <a:pt x="172714" y="32419"/>
                  <a:pt x="184185" y="32419"/>
                </a:cubicBezTo>
                <a:cubicBezTo>
                  <a:pt x="233145" y="32419"/>
                  <a:pt x="246008" y="0"/>
                  <a:pt x="24600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6" name="Google Shape;986;p66"/>
          <p:cNvSpPr/>
          <p:nvPr/>
        </p:nvSpPr>
        <p:spPr>
          <a:xfrm rot="-5400000">
            <a:off x="-2568567" y="2574199"/>
            <a:ext cx="6857603" cy="1720469"/>
          </a:xfrm>
          <a:custGeom>
            <a:avLst/>
            <a:gdLst/>
            <a:ahLst/>
            <a:cxnLst/>
            <a:rect l="l" t="t" r="r" b="b"/>
            <a:pathLst>
              <a:path w="264364" h="61984" extrusionOk="0">
                <a:moveTo>
                  <a:pt x="0" y="0"/>
                </a:moveTo>
                <a:lnTo>
                  <a:pt x="0" y="60406"/>
                </a:lnTo>
                <a:cubicBezTo>
                  <a:pt x="2845" y="61497"/>
                  <a:pt x="5907" y="61983"/>
                  <a:pt x="9094" y="61983"/>
                </a:cubicBezTo>
                <a:cubicBezTo>
                  <a:pt x="26664" y="61983"/>
                  <a:pt x="48053" y="47209"/>
                  <a:pt x="57950" y="37427"/>
                </a:cubicBezTo>
                <a:cubicBezTo>
                  <a:pt x="64434" y="31013"/>
                  <a:pt x="70724" y="28611"/>
                  <a:pt x="76592" y="28611"/>
                </a:cubicBezTo>
                <a:cubicBezTo>
                  <a:pt x="86364" y="28611"/>
                  <a:pt x="94966" y="35275"/>
                  <a:pt x="101344" y="41180"/>
                </a:cubicBezTo>
                <a:cubicBezTo>
                  <a:pt x="109706" y="48911"/>
                  <a:pt x="119411" y="51657"/>
                  <a:pt x="128732" y="51657"/>
                </a:cubicBezTo>
                <a:cubicBezTo>
                  <a:pt x="140963" y="51657"/>
                  <a:pt x="152533" y="46928"/>
                  <a:pt x="159536" y="42530"/>
                </a:cubicBezTo>
                <a:cubicBezTo>
                  <a:pt x="163971" y="39737"/>
                  <a:pt x="167611" y="38614"/>
                  <a:pt x="170732" y="38614"/>
                </a:cubicBezTo>
                <a:cubicBezTo>
                  <a:pt x="183490" y="38614"/>
                  <a:pt x="187572" y="57371"/>
                  <a:pt x="201829" y="57371"/>
                </a:cubicBezTo>
                <a:cubicBezTo>
                  <a:pt x="204682" y="57371"/>
                  <a:pt x="207942" y="56619"/>
                  <a:pt x="211761" y="54817"/>
                </a:cubicBezTo>
                <a:cubicBezTo>
                  <a:pt x="216023" y="52806"/>
                  <a:pt x="220035" y="52096"/>
                  <a:pt x="223864" y="52096"/>
                </a:cubicBezTo>
                <a:cubicBezTo>
                  <a:pt x="233065" y="52096"/>
                  <a:pt x="241204" y="56197"/>
                  <a:pt x="249202" y="56197"/>
                </a:cubicBezTo>
                <a:cubicBezTo>
                  <a:pt x="254235" y="56197"/>
                  <a:pt x="259212" y="54573"/>
                  <a:pt x="264364" y="49281"/>
                </a:cubicBezTo>
                <a:lnTo>
                  <a:pt x="2643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7" name="Google Shape;987;p66"/>
          <p:cNvSpPr/>
          <p:nvPr/>
        </p:nvSpPr>
        <p:spPr>
          <a:xfrm rot="-5400000" flipH="1">
            <a:off x="-2503369" y="2508854"/>
            <a:ext cx="6857783" cy="1851044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8" name="Google Shape;988;p66"/>
          <p:cNvSpPr/>
          <p:nvPr/>
        </p:nvSpPr>
        <p:spPr>
          <a:xfrm>
            <a:off x="1472733" y="36137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89" name="Google Shape;989;p66"/>
          <p:cNvSpPr/>
          <p:nvPr/>
        </p:nvSpPr>
        <p:spPr>
          <a:xfrm>
            <a:off x="2071067" y="4603400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0" name="Google Shape;990;p66"/>
          <p:cNvSpPr/>
          <p:nvPr/>
        </p:nvSpPr>
        <p:spPr>
          <a:xfrm>
            <a:off x="1072467" y="1401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1" name="Google Shape;991;p66"/>
          <p:cNvSpPr/>
          <p:nvPr/>
        </p:nvSpPr>
        <p:spPr>
          <a:xfrm>
            <a:off x="1559533" y="55577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2" name="Google Shape;992;p66"/>
          <p:cNvSpPr/>
          <p:nvPr/>
        </p:nvSpPr>
        <p:spPr>
          <a:xfrm>
            <a:off x="2027651" y="955867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3" name="Google Shape;993;p66"/>
          <p:cNvSpPr/>
          <p:nvPr/>
        </p:nvSpPr>
        <p:spPr>
          <a:xfrm rot="10800000" flipH="1">
            <a:off x="11109400" y="2633533"/>
            <a:ext cx="131200" cy="131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4" name="Google Shape;994;p66"/>
          <p:cNvSpPr/>
          <p:nvPr/>
        </p:nvSpPr>
        <p:spPr>
          <a:xfrm rot="10800000" flipH="1">
            <a:off x="10261133" y="1341967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5" name="Google Shape;995;p66"/>
          <p:cNvSpPr/>
          <p:nvPr/>
        </p:nvSpPr>
        <p:spPr>
          <a:xfrm rot="10800000" flipH="1">
            <a:off x="10392317" y="5989333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85883266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7"/>
          <p:cNvSpPr/>
          <p:nvPr/>
        </p:nvSpPr>
        <p:spPr>
          <a:xfrm rot="-5911893" flipH="1">
            <a:off x="-477699" y="-1010200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8" name="Google Shape;998;p67"/>
          <p:cNvSpPr/>
          <p:nvPr/>
        </p:nvSpPr>
        <p:spPr>
          <a:xfrm rot="-515846" flipH="1">
            <a:off x="-2353327" y="-428186"/>
            <a:ext cx="6478336" cy="1312999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999" name="Google Shape;999;p67"/>
          <p:cNvSpPr/>
          <p:nvPr/>
        </p:nvSpPr>
        <p:spPr>
          <a:xfrm flipH="1">
            <a:off x="-2384081" y="-416253"/>
            <a:ext cx="6541460" cy="1413437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0" name="Google Shape;1000;p67"/>
          <p:cNvSpPr/>
          <p:nvPr/>
        </p:nvSpPr>
        <p:spPr>
          <a:xfrm rot="4888107" flipH="1">
            <a:off x="1516172" y="5517983"/>
            <a:ext cx="2239713" cy="2718752"/>
          </a:xfrm>
          <a:custGeom>
            <a:avLst/>
            <a:gdLst/>
            <a:ahLst/>
            <a:cxnLst/>
            <a:rect l="l" t="t" r="r" b="b"/>
            <a:pathLst>
              <a:path w="184937" h="139852" extrusionOk="0">
                <a:moveTo>
                  <a:pt x="59024" y="1"/>
                </a:moveTo>
                <a:cubicBezTo>
                  <a:pt x="37702" y="1"/>
                  <a:pt x="17942" y="12858"/>
                  <a:pt x="11925" y="32587"/>
                </a:cubicBezTo>
                <a:cubicBezTo>
                  <a:pt x="1" y="71595"/>
                  <a:pt x="35681" y="113191"/>
                  <a:pt x="79310" y="130384"/>
                </a:cubicBezTo>
                <a:cubicBezTo>
                  <a:pt x="95983" y="136984"/>
                  <a:pt x="112612" y="139851"/>
                  <a:pt x="127490" y="139851"/>
                </a:cubicBezTo>
                <a:cubicBezTo>
                  <a:pt x="160532" y="139851"/>
                  <a:pt x="184937" y="125708"/>
                  <a:pt x="182005" y="106905"/>
                </a:cubicBezTo>
                <a:cubicBezTo>
                  <a:pt x="175997" y="67251"/>
                  <a:pt x="140409" y="105334"/>
                  <a:pt x="114805" y="42848"/>
                </a:cubicBezTo>
                <a:cubicBezTo>
                  <a:pt x="102395" y="12395"/>
                  <a:pt x="79957" y="1"/>
                  <a:pt x="59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1" name="Google Shape;1001;p67"/>
          <p:cNvSpPr/>
          <p:nvPr/>
        </p:nvSpPr>
        <p:spPr>
          <a:xfrm rot="-9922098" flipH="1">
            <a:off x="-1619824" y="5796630"/>
            <a:ext cx="6478160" cy="1313001"/>
          </a:xfrm>
          <a:custGeom>
            <a:avLst/>
            <a:gdLst/>
            <a:ahLst/>
            <a:cxnLst/>
            <a:rect l="l" t="t" r="r" b="b"/>
            <a:pathLst>
              <a:path w="264364" h="48804" extrusionOk="0">
                <a:moveTo>
                  <a:pt x="0" y="1"/>
                </a:moveTo>
                <a:lnTo>
                  <a:pt x="0" y="34052"/>
                </a:lnTo>
                <a:cubicBezTo>
                  <a:pt x="3219" y="35165"/>
                  <a:pt x="6028" y="35625"/>
                  <a:pt x="8547" y="35625"/>
                </a:cubicBezTo>
                <a:cubicBezTo>
                  <a:pt x="20567" y="35625"/>
                  <a:pt x="25980" y="25146"/>
                  <a:pt x="37813" y="25146"/>
                </a:cubicBezTo>
                <a:cubicBezTo>
                  <a:pt x="42388" y="25146"/>
                  <a:pt x="47922" y="26712"/>
                  <a:pt x="55168" y="31055"/>
                </a:cubicBezTo>
                <a:cubicBezTo>
                  <a:pt x="70462" y="40234"/>
                  <a:pt x="80176" y="48502"/>
                  <a:pt x="91777" y="48502"/>
                </a:cubicBezTo>
                <a:cubicBezTo>
                  <a:pt x="98366" y="48502"/>
                  <a:pt x="105563" y="45836"/>
                  <a:pt x="114738" y="39155"/>
                </a:cubicBezTo>
                <a:cubicBezTo>
                  <a:pt x="122916" y="33205"/>
                  <a:pt x="129075" y="31386"/>
                  <a:pt x="134351" y="31386"/>
                </a:cubicBezTo>
                <a:cubicBezTo>
                  <a:pt x="142654" y="31386"/>
                  <a:pt x="148772" y="35892"/>
                  <a:pt x="157136" y="35892"/>
                </a:cubicBezTo>
                <a:cubicBezTo>
                  <a:pt x="163427" y="35892"/>
                  <a:pt x="170988" y="33343"/>
                  <a:pt x="181706" y="24412"/>
                </a:cubicBezTo>
                <a:cubicBezTo>
                  <a:pt x="184794" y="21838"/>
                  <a:pt x="187774" y="20762"/>
                  <a:pt x="190680" y="20762"/>
                </a:cubicBezTo>
                <a:cubicBezTo>
                  <a:pt x="205031" y="20762"/>
                  <a:pt x="217584" y="46994"/>
                  <a:pt x="232473" y="48634"/>
                </a:cubicBezTo>
                <a:cubicBezTo>
                  <a:pt x="233525" y="48749"/>
                  <a:pt x="234513" y="48803"/>
                  <a:pt x="235446" y="48803"/>
                </a:cubicBezTo>
                <a:cubicBezTo>
                  <a:pt x="246713" y="48803"/>
                  <a:pt x="250150" y="40916"/>
                  <a:pt x="264364" y="38048"/>
                </a:cubicBezTo>
                <a:lnTo>
                  <a:pt x="2643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2" name="Google Shape;1002;p67"/>
          <p:cNvSpPr/>
          <p:nvPr/>
        </p:nvSpPr>
        <p:spPr>
          <a:xfrm rot="-10346708" flipH="1">
            <a:off x="-1003189" y="5971483"/>
            <a:ext cx="6540965" cy="1413405"/>
          </a:xfrm>
          <a:custGeom>
            <a:avLst/>
            <a:gdLst/>
            <a:ahLst/>
            <a:cxnLst/>
            <a:rect l="l" t="t" r="r" b="b"/>
            <a:pathLst>
              <a:path w="264337" h="53519" extrusionOk="0">
                <a:moveTo>
                  <a:pt x="0" y="0"/>
                </a:moveTo>
                <a:lnTo>
                  <a:pt x="0" y="15527"/>
                </a:lnTo>
                <a:cubicBezTo>
                  <a:pt x="1926" y="15152"/>
                  <a:pt x="3735" y="14976"/>
                  <a:pt x="5438" y="14976"/>
                </a:cubicBezTo>
                <a:cubicBezTo>
                  <a:pt x="30663" y="14976"/>
                  <a:pt x="32875" y="53519"/>
                  <a:pt x="53900" y="53519"/>
                </a:cubicBezTo>
                <a:cubicBezTo>
                  <a:pt x="54445" y="53519"/>
                  <a:pt x="55002" y="53493"/>
                  <a:pt x="55573" y="53440"/>
                </a:cubicBezTo>
                <a:cubicBezTo>
                  <a:pt x="76094" y="51555"/>
                  <a:pt x="75382" y="25592"/>
                  <a:pt x="95618" y="25592"/>
                </a:cubicBezTo>
                <a:cubicBezTo>
                  <a:pt x="98284" y="25592"/>
                  <a:pt x="101312" y="26042"/>
                  <a:pt x="104800" y="27057"/>
                </a:cubicBezTo>
                <a:cubicBezTo>
                  <a:pt x="116474" y="30462"/>
                  <a:pt x="126065" y="31818"/>
                  <a:pt x="134168" y="31818"/>
                </a:cubicBezTo>
                <a:cubicBezTo>
                  <a:pt x="165913" y="31818"/>
                  <a:pt x="174833" y="11001"/>
                  <a:pt x="196809" y="11001"/>
                </a:cubicBezTo>
                <a:cubicBezTo>
                  <a:pt x="197872" y="11001"/>
                  <a:pt x="198967" y="11050"/>
                  <a:pt x="200095" y="11152"/>
                </a:cubicBezTo>
                <a:cubicBezTo>
                  <a:pt x="229610" y="13799"/>
                  <a:pt x="221509" y="30730"/>
                  <a:pt x="264337" y="35806"/>
                </a:cubicBezTo>
                <a:lnTo>
                  <a:pt x="26433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3" name="Google Shape;1003;p67"/>
          <p:cNvSpPr/>
          <p:nvPr/>
        </p:nvSpPr>
        <p:spPr>
          <a:xfrm rot="5400000">
            <a:off x="1595975" y="1125408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4" name="Google Shape;1004;p67"/>
          <p:cNvSpPr/>
          <p:nvPr/>
        </p:nvSpPr>
        <p:spPr>
          <a:xfrm rot="5400000">
            <a:off x="1594959" y="59562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5" name="Google Shape;1005;p67"/>
          <p:cNvSpPr/>
          <p:nvPr/>
        </p:nvSpPr>
        <p:spPr>
          <a:xfrm rot="-5400000">
            <a:off x="720208" y="9218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6" name="Google Shape;1006;p67"/>
          <p:cNvSpPr/>
          <p:nvPr/>
        </p:nvSpPr>
        <p:spPr>
          <a:xfrm rot="5400000">
            <a:off x="720008" y="51098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363534476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8"/>
          <p:cNvSpPr/>
          <p:nvPr/>
        </p:nvSpPr>
        <p:spPr>
          <a:xfrm rot="10800000">
            <a:off x="5250017" y="5881165"/>
            <a:ext cx="5249311" cy="977032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09" name="Google Shape;1009;p68"/>
          <p:cNvSpPr/>
          <p:nvPr/>
        </p:nvSpPr>
        <p:spPr>
          <a:xfrm flipH="1">
            <a:off x="5252850" y="132"/>
            <a:ext cx="6835569" cy="1727905"/>
          </a:xfrm>
          <a:custGeom>
            <a:avLst/>
            <a:gdLst/>
            <a:ahLst/>
            <a:cxnLst/>
            <a:rect l="l" t="t" r="r" b="b"/>
            <a:pathLst>
              <a:path w="299106" h="92815" extrusionOk="0">
                <a:moveTo>
                  <a:pt x="296744" y="0"/>
                </a:moveTo>
                <a:cubicBezTo>
                  <a:pt x="296744" y="0"/>
                  <a:pt x="299105" y="58876"/>
                  <a:pt x="213742" y="35045"/>
                </a:cubicBezTo>
                <a:cubicBezTo>
                  <a:pt x="149627" y="17191"/>
                  <a:pt x="133321" y="92815"/>
                  <a:pt x="82635" y="92815"/>
                </a:cubicBezTo>
                <a:cubicBezTo>
                  <a:pt x="45376" y="92815"/>
                  <a:pt x="1" y="70755"/>
                  <a:pt x="1350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0" name="Google Shape;1010;p68"/>
          <p:cNvSpPr/>
          <p:nvPr/>
        </p:nvSpPr>
        <p:spPr>
          <a:xfrm rot="10800000" flipH="1">
            <a:off x="6293352" y="5522235"/>
            <a:ext cx="7646707" cy="1335963"/>
          </a:xfrm>
          <a:custGeom>
            <a:avLst/>
            <a:gdLst/>
            <a:ahLst/>
            <a:cxnLst/>
            <a:rect l="l" t="t" r="r" b="b"/>
            <a:pathLst>
              <a:path w="295582" h="107710" extrusionOk="0">
                <a:moveTo>
                  <a:pt x="3890" y="648"/>
                </a:moveTo>
                <a:cubicBezTo>
                  <a:pt x="3890" y="648"/>
                  <a:pt x="1" y="60607"/>
                  <a:pt x="64065" y="49263"/>
                </a:cubicBezTo>
                <a:cubicBezTo>
                  <a:pt x="132883" y="37164"/>
                  <a:pt x="123484" y="107710"/>
                  <a:pt x="183551" y="107710"/>
                </a:cubicBezTo>
                <a:cubicBezTo>
                  <a:pt x="232814" y="107710"/>
                  <a:pt x="209155" y="40513"/>
                  <a:pt x="252368" y="34787"/>
                </a:cubicBezTo>
                <a:cubicBezTo>
                  <a:pt x="295582" y="29061"/>
                  <a:pt x="285751" y="0"/>
                  <a:pt x="2857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1" name="Google Shape;1011;p68"/>
          <p:cNvSpPr/>
          <p:nvPr/>
        </p:nvSpPr>
        <p:spPr>
          <a:xfrm rot="10800000" flipH="1">
            <a:off x="6684612" y="273"/>
            <a:ext cx="5507776" cy="1963783"/>
          </a:xfrm>
          <a:custGeom>
            <a:avLst/>
            <a:gdLst/>
            <a:ahLst/>
            <a:cxnLst/>
            <a:rect l="l" t="t" r="r" b="b"/>
            <a:pathLst>
              <a:path w="285673" h="154588" extrusionOk="0">
                <a:moveTo>
                  <a:pt x="2715" y="154588"/>
                </a:moveTo>
                <a:cubicBezTo>
                  <a:pt x="2715" y="154588"/>
                  <a:pt x="0" y="113633"/>
                  <a:pt x="45298" y="113633"/>
                </a:cubicBezTo>
                <a:cubicBezTo>
                  <a:pt x="90596" y="113633"/>
                  <a:pt x="125888" y="112160"/>
                  <a:pt x="135972" y="50651"/>
                </a:cubicBezTo>
                <a:cubicBezTo>
                  <a:pt x="144194" y="621"/>
                  <a:pt x="221914" y="1"/>
                  <a:pt x="238978" y="40955"/>
                </a:cubicBezTo>
                <a:cubicBezTo>
                  <a:pt x="255965" y="81987"/>
                  <a:pt x="285673" y="81987"/>
                  <a:pt x="285673" y="81987"/>
                </a:cubicBezTo>
                <a:lnTo>
                  <a:pt x="285673" y="1545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2" name="Google Shape;1012;p68"/>
          <p:cNvSpPr/>
          <p:nvPr/>
        </p:nvSpPr>
        <p:spPr>
          <a:xfrm rot="10800000">
            <a:off x="7505048" y="653"/>
            <a:ext cx="4686864" cy="1963544"/>
          </a:xfrm>
          <a:custGeom>
            <a:avLst/>
            <a:gdLst/>
            <a:ahLst/>
            <a:cxnLst/>
            <a:rect l="l" t="t" r="r" b="b"/>
            <a:pathLst>
              <a:path w="305002" h="196093" extrusionOk="0">
                <a:moveTo>
                  <a:pt x="0" y="27686"/>
                </a:moveTo>
                <a:cubicBezTo>
                  <a:pt x="0" y="27686"/>
                  <a:pt x="68206" y="0"/>
                  <a:pt x="88558" y="59039"/>
                </a:cubicBezTo>
                <a:cubicBezTo>
                  <a:pt x="108910" y="118077"/>
                  <a:pt x="211769" y="29244"/>
                  <a:pt x="211769" y="120186"/>
                </a:cubicBezTo>
                <a:cubicBezTo>
                  <a:pt x="211769" y="172257"/>
                  <a:pt x="305002" y="135404"/>
                  <a:pt x="280800" y="196092"/>
                </a:cubicBezTo>
                <a:lnTo>
                  <a:pt x="0" y="19609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3" name="Google Shape;1013;p68"/>
          <p:cNvSpPr/>
          <p:nvPr/>
        </p:nvSpPr>
        <p:spPr>
          <a:xfrm rot="10800000">
            <a:off x="6960777" y="5684627"/>
            <a:ext cx="5249473" cy="1173572"/>
          </a:xfrm>
          <a:custGeom>
            <a:avLst/>
            <a:gdLst/>
            <a:ahLst/>
            <a:cxnLst/>
            <a:rect l="l" t="t" r="r" b="b"/>
            <a:pathLst>
              <a:path w="294198" h="130204" extrusionOk="0">
                <a:moveTo>
                  <a:pt x="283570" y="0"/>
                </a:moveTo>
                <a:cubicBezTo>
                  <a:pt x="283570" y="0"/>
                  <a:pt x="294198" y="57826"/>
                  <a:pt x="203889" y="45181"/>
                </a:cubicBezTo>
                <a:cubicBezTo>
                  <a:pt x="141812" y="36461"/>
                  <a:pt x="157999" y="89109"/>
                  <a:pt x="113581" y="109929"/>
                </a:cubicBezTo>
                <a:cubicBezTo>
                  <a:pt x="70252" y="130203"/>
                  <a:pt x="37442" y="67963"/>
                  <a:pt x="0" y="114071"/>
                </a:cubicBezTo>
                <a:lnTo>
                  <a:pt x="0" y="43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4" name="Google Shape;1014;p68"/>
          <p:cNvSpPr/>
          <p:nvPr/>
        </p:nvSpPr>
        <p:spPr>
          <a:xfrm rot="5400000">
            <a:off x="8703808" y="5977741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5" name="Google Shape;1015;p68"/>
          <p:cNvSpPr/>
          <p:nvPr/>
        </p:nvSpPr>
        <p:spPr>
          <a:xfrm rot="5400000">
            <a:off x="7373625" y="1260325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6" name="Google Shape;1016;p68"/>
          <p:cNvSpPr/>
          <p:nvPr/>
        </p:nvSpPr>
        <p:spPr>
          <a:xfrm rot="-5400000">
            <a:off x="7828041" y="5774159"/>
            <a:ext cx="131200" cy="13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017" name="Google Shape;1017;p68"/>
          <p:cNvSpPr/>
          <p:nvPr/>
        </p:nvSpPr>
        <p:spPr>
          <a:xfrm rot="5400000">
            <a:off x="6498675" y="413975"/>
            <a:ext cx="218000" cy="21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95617529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45FE8-C0A3-B533-2F54-11D1BAB0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A62591-54ED-6AB3-FBB0-BF7414546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84C28E-EE4B-0473-1DD5-5709FF333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477349-9880-E73C-2856-463CDD444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7FD8-3673-4331-8FFD-79D8EF8F464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4F0DAE-D7B2-4BC5-6069-5E50194FE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D194BF-0823-267A-E368-3ECC1755B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6DAE-54EE-492E-BB8B-806BDF1934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9130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6FFDC-D293-C44A-8C69-8CA21E1B6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8CF125-0906-3C00-80A4-D60D2CBF0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CC1AAF-0484-DDC1-1FFE-C8DF9BFB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07FD8-3673-4331-8FFD-79D8EF8F464C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41FBB6-8C11-AEC8-4E2B-26BA62CA9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D2B57A-4DEF-625D-A432-1E2CBF2E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16DAE-54EE-492E-BB8B-806BDF1934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09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98.xml"/><Relationship Id="rId39" Type="http://schemas.openxmlformats.org/officeDocument/2006/relationships/slideLayout" Target="../slideLayouts/slideLayout111.xml"/><Relationship Id="rId21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106.xml"/><Relationship Id="rId42" Type="http://schemas.openxmlformats.org/officeDocument/2006/relationships/slideLayout" Target="../slideLayouts/slideLayout114.xml"/><Relationship Id="rId47" Type="http://schemas.openxmlformats.org/officeDocument/2006/relationships/slideLayout" Target="../slideLayouts/slideLayout119.xml"/><Relationship Id="rId50" Type="http://schemas.openxmlformats.org/officeDocument/2006/relationships/slideLayout" Target="../slideLayouts/slideLayout122.xml"/><Relationship Id="rId55" Type="http://schemas.openxmlformats.org/officeDocument/2006/relationships/slideLayout" Target="../slideLayouts/slideLayout127.xml"/><Relationship Id="rId63" Type="http://schemas.openxmlformats.org/officeDocument/2006/relationships/slideLayout" Target="../slideLayouts/slideLayout135.xml"/><Relationship Id="rId6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7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104.xml"/><Relationship Id="rId37" Type="http://schemas.openxmlformats.org/officeDocument/2006/relationships/slideLayout" Target="../slideLayouts/slideLayout109.xml"/><Relationship Id="rId40" Type="http://schemas.openxmlformats.org/officeDocument/2006/relationships/slideLayout" Target="../slideLayouts/slideLayout112.xml"/><Relationship Id="rId45" Type="http://schemas.openxmlformats.org/officeDocument/2006/relationships/slideLayout" Target="../slideLayouts/slideLayout117.xml"/><Relationship Id="rId53" Type="http://schemas.openxmlformats.org/officeDocument/2006/relationships/slideLayout" Target="../slideLayouts/slideLayout125.xml"/><Relationship Id="rId58" Type="http://schemas.openxmlformats.org/officeDocument/2006/relationships/slideLayout" Target="../slideLayouts/slideLayout130.xml"/><Relationship Id="rId6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95.xml"/><Relationship Id="rId28" Type="http://schemas.openxmlformats.org/officeDocument/2006/relationships/slideLayout" Target="../slideLayouts/slideLayout100.xml"/><Relationship Id="rId36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21.xml"/><Relationship Id="rId57" Type="http://schemas.openxmlformats.org/officeDocument/2006/relationships/slideLayout" Target="../slideLayouts/slideLayout129.xml"/><Relationship Id="rId61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31" Type="http://schemas.openxmlformats.org/officeDocument/2006/relationships/slideLayout" Target="../slideLayouts/slideLayout103.xml"/><Relationship Id="rId44" Type="http://schemas.openxmlformats.org/officeDocument/2006/relationships/slideLayout" Target="../slideLayouts/slideLayout116.xml"/><Relationship Id="rId52" Type="http://schemas.openxmlformats.org/officeDocument/2006/relationships/slideLayout" Target="../slideLayouts/slideLayout124.xml"/><Relationship Id="rId60" Type="http://schemas.openxmlformats.org/officeDocument/2006/relationships/slideLayout" Target="../slideLayouts/slideLayout132.xml"/><Relationship Id="rId6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9.xml"/><Relationship Id="rId30" Type="http://schemas.openxmlformats.org/officeDocument/2006/relationships/slideLayout" Target="../slideLayouts/slideLayout102.xml"/><Relationship Id="rId35" Type="http://schemas.openxmlformats.org/officeDocument/2006/relationships/slideLayout" Target="../slideLayouts/slideLayout107.xml"/><Relationship Id="rId43" Type="http://schemas.openxmlformats.org/officeDocument/2006/relationships/slideLayout" Target="../slideLayouts/slideLayout115.xml"/><Relationship Id="rId48" Type="http://schemas.openxmlformats.org/officeDocument/2006/relationships/slideLayout" Target="../slideLayouts/slideLayout120.xml"/><Relationship Id="rId56" Type="http://schemas.openxmlformats.org/officeDocument/2006/relationships/slideLayout" Target="../slideLayouts/slideLayout128.xml"/><Relationship Id="rId64" Type="http://schemas.openxmlformats.org/officeDocument/2006/relationships/slideLayout" Target="../slideLayouts/slideLayout136.xml"/><Relationship Id="rId6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80.xml"/><Relationship Id="rId51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97.xml"/><Relationship Id="rId33" Type="http://schemas.openxmlformats.org/officeDocument/2006/relationships/slideLayout" Target="../slideLayouts/slideLayout105.xml"/><Relationship Id="rId38" Type="http://schemas.openxmlformats.org/officeDocument/2006/relationships/slideLayout" Target="../slideLayouts/slideLayout110.xml"/><Relationship Id="rId46" Type="http://schemas.openxmlformats.org/officeDocument/2006/relationships/slideLayout" Target="../slideLayouts/slideLayout118.xml"/><Relationship Id="rId59" Type="http://schemas.openxmlformats.org/officeDocument/2006/relationships/slideLayout" Target="../slideLayouts/slideLayout131.xml"/><Relationship Id="rId67" Type="http://schemas.openxmlformats.org/officeDocument/2006/relationships/slideLayout" Target="../slideLayouts/slideLayout139.xml"/><Relationship Id="rId2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113.xml"/><Relationship Id="rId54" Type="http://schemas.openxmlformats.org/officeDocument/2006/relationships/slideLayout" Target="../slideLayouts/slideLayout126.xml"/><Relationship Id="rId62" Type="http://schemas.openxmlformats.org/officeDocument/2006/relationships/slideLayout" Target="../slideLayouts/slideLayout134.xml"/><Relationship Id="rId70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54478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  <p:sldLayoutId id="2147483775" r:id="rId28"/>
    <p:sldLayoutId id="2147483776" r:id="rId29"/>
    <p:sldLayoutId id="2147483777" r:id="rId30"/>
    <p:sldLayoutId id="2147483778" r:id="rId31"/>
    <p:sldLayoutId id="2147483779" r:id="rId32"/>
    <p:sldLayoutId id="2147483780" r:id="rId33"/>
    <p:sldLayoutId id="2147483781" r:id="rId34"/>
    <p:sldLayoutId id="2147483782" r:id="rId35"/>
    <p:sldLayoutId id="2147483783" r:id="rId36"/>
    <p:sldLayoutId id="2147483784" r:id="rId37"/>
    <p:sldLayoutId id="2147483785" r:id="rId38"/>
    <p:sldLayoutId id="2147483786" r:id="rId39"/>
    <p:sldLayoutId id="2147483787" r:id="rId40"/>
    <p:sldLayoutId id="2147483788" r:id="rId41"/>
    <p:sldLayoutId id="2147483789" r:id="rId42"/>
    <p:sldLayoutId id="2147483790" r:id="rId43"/>
    <p:sldLayoutId id="2147483791" r:id="rId44"/>
    <p:sldLayoutId id="2147483792" r:id="rId45"/>
    <p:sldLayoutId id="2147483793" r:id="rId46"/>
    <p:sldLayoutId id="2147483794" r:id="rId47"/>
    <p:sldLayoutId id="2147483795" r:id="rId48"/>
    <p:sldLayoutId id="2147483796" r:id="rId49"/>
    <p:sldLayoutId id="2147483797" r:id="rId50"/>
    <p:sldLayoutId id="2147483798" r:id="rId51"/>
    <p:sldLayoutId id="2147483799" r:id="rId52"/>
    <p:sldLayoutId id="2147483800" r:id="rId53"/>
    <p:sldLayoutId id="2147483801" r:id="rId54"/>
    <p:sldLayoutId id="2147483802" r:id="rId55"/>
    <p:sldLayoutId id="2147483803" r:id="rId56"/>
    <p:sldLayoutId id="2147483804" r:id="rId57"/>
    <p:sldLayoutId id="2147483805" r:id="rId58"/>
    <p:sldLayoutId id="2147483806" r:id="rId59"/>
    <p:sldLayoutId id="2147483807" r:id="rId60"/>
    <p:sldLayoutId id="2147483808" r:id="rId61"/>
    <p:sldLayoutId id="2147483809" r:id="rId62"/>
    <p:sldLayoutId id="2147483810" r:id="rId63"/>
    <p:sldLayoutId id="2147483811" r:id="rId64"/>
    <p:sldLayoutId id="2147483812" r:id="rId65"/>
    <p:sldLayoutId id="2147483813" r:id="rId66"/>
    <p:sldLayoutId id="2147483814" r:id="rId67"/>
    <p:sldLayoutId id="2147483815" r:id="rId68"/>
    <p:sldLayoutId id="2147483816" r:id="rId6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9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020" name="Google Shape;1020;p69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229138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1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024" name="Google Shape;1024;p71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4201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0" r:id="rId1"/>
    <p:sldLayoutId id="214748382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84367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67649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  <p:sldLayoutId id="2147483840" r:id="rId18"/>
    <p:sldLayoutId id="2147483841" r:id="rId19"/>
    <p:sldLayoutId id="2147483842" r:id="rId20"/>
    <p:sldLayoutId id="2147483843" r:id="rId21"/>
    <p:sldLayoutId id="2147483844" r:id="rId22"/>
    <p:sldLayoutId id="2147483845" r:id="rId23"/>
    <p:sldLayoutId id="2147483846" r:id="rId24"/>
    <p:sldLayoutId id="2147483847" r:id="rId25"/>
    <p:sldLayoutId id="2147483848" r:id="rId26"/>
    <p:sldLayoutId id="2147483849" r:id="rId27"/>
    <p:sldLayoutId id="2147483850" r:id="rId28"/>
    <p:sldLayoutId id="2147483851" r:id="rId29"/>
    <p:sldLayoutId id="2147483852" r:id="rId30"/>
    <p:sldLayoutId id="2147483853" r:id="rId31"/>
    <p:sldLayoutId id="2147483854" r:id="rId32"/>
    <p:sldLayoutId id="2147483855" r:id="rId33"/>
    <p:sldLayoutId id="2147483856" r:id="rId34"/>
    <p:sldLayoutId id="2147483857" r:id="rId35"/>
    <p:sldLayoutId id="2147483858" r:id="rId36"/>
    <p:sldLayoutId id="2147483859" r:id="rId37"/>
    <p:sldLayoutId id="2147483860" r:id="rId38"/>
    <p:sldLayoutId id="2147483861" r:id="rId39"/>
    <p:sldLayoutId id="2147483862" r:id="rId40"/>
    <p:sldLayoutId id="2147483863" r:id="rId41"/>
    <p:sldLayoutId id="2147483864" r:id="rId42"/>
    <p:sldLayoutId id="2147483865" r:id="rId43"/>
    <p:sldLayoutId id="2147483866" r:id="rId44"/>
    <p:sldLayoutId id="2147483867" r:id="rId45"/>
    <p:sldLayoutId id="2147483868" r:id="rId46"/>
    <p:sldLayoutId id="2147483869" r:id="rId47"/>
    <p:sldLayoutId id="2147483870" r:id="rId48"/>
    <p:sldLayoutId id="2147483871" r:id="rId49"/>
    <p:sldLayoutId id="2147483872" r:id="rId50"/>
    <p:sldLayoutId id="2147483873" r:id="rId51"/>
    <p:sldLayoutId id="2147483874" r:id="rId52"/>
    <p:sldLayoutId id="2147483875" r:id="rId53"/>
    <p:sldLayoutId id="2147483876" r:id="rId54"/>
    <p:sldLayoutId id="2147483877" r:id="rId55"/>
    <p:sldLayoutId id="2147483878" r:id="rId56"/>
    <p:sldLayoutId id="2147483879" r:id="rId57"/>
    <p:sldLayoutId id="2147483880" r:id="rId58"/>
    <p:sldLayoutId id="2147483881" r:id="rId59"/>
    <p:sldLayoutId id="2147483882" r:id="rId60"/>
    <p:sldLayoutId id="2147483883" r:id="rId61"/>
    <p:sldLayoutId id="2147483884" r:id="rId62"/>
    <p:sldLayoutId id="2147483885" r:id="rId63"/>
    <p:sldLayoutId id="2147483886" r:id="rId64"/>
    <p:sldLayoutId id="2147483887" r:id="rId65"/>
    <p:sldLayoutId id="2147483888" r:id="rId66"/>
    <p:sldLayoutId id="2147483889" r:id="rId67"/>
    <p:sldLayoutId id="2147483890" r:id="rId68"/>
    <p:sldLayoutId id="2147483891" r:id="rId6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74CA9-68A7-8070-DEE8-89E7512B9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Оценка качества функционирования информационной системы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AB812F-F37C-8E9A-C41D-CFB5CF2E22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ru-RU" sz="7200" b="0" i="0" dirty="0">
                <a:solidFill>
                  <a:srgbClr val="0F1115"/>
                </a:solidFill>
                <a:effectLst/>
                <a:latin typeface="quote-cjk-patch"/>
              </a:rPr>
              <a:t>Критерии, метрики и методы</a:t>
            </a:r>
            <a:endParaRPr lang="en-US" sz="7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r"/>
            <a:r>
              <a:rPr lang="ru-RU" sz="4200" dirty="0">
                <a:solidFill>
                  <a:srgbClr val="0F1115"/>
                </a:solidFill>
                <a:latin typeface="quote-cjk-patch"/>
              </a:rPr>
              <a:t>Работу выполнил:</a:t>
            </a:r>
          </a:p>
          <a:p>
            <a:pPr algn="r"/>
            <a:r>
              <a:rPr lang="ru-RU" sz="4200" dirty="0">
                <a:solidFill>
                  <a:srgbClr val="0F1115"/>
                </a:solidFill>
                <a:latin typeface="quote-cjk-patch"/>
              </a:rPr>
              <a:t>Студент МФЮА</a:t>
            </a:r>
          </a:p>
          <a:p>
            <a:pPr algn="r"/>
            <a:r>
              <a:rPr lang="ru-RU" sz="4200" dirty="0">
                <a:solidFill>
                  <a:srgbClr val="0F1115"/>
                </a:solidFill>
                <a:latin typeface="quote-cjk-patch"/>
              </a:rPr>
              <a:t>Климин Тимофей</a:t>
            </a:r>
            <a:endParaRPr lang="en-US" sz="4200" dirty="0">
              <a:solidFill>
                <a:srgbClr val="0F1115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31265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C6C23-1E6A-A542-20AA-C1FA0227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Ключевое понятие: Качество Информационной Системы</a:t>
            </a:r>
            <a:endParaRPr lang="ru-RU" dirty="0"/>
          </a:p>
        </p:txBody>
      </p:sp>
      <p:pic>
        <p:nvPicPr>
          <p:cNvPr id="10" name="Объект 9" descr="Изображение выглядит как текст, снимок экрана, Шрифт, число">
            <a:extLst>
              <a:ext uri="{FF2B5EF4-FFF2-40B4-BE49-F238E27FC236}">
                <a16:creationId xmlns:a16="http://schemas.microsoft.com/office/drawing/2014/main" id="{51CC8514-81CF-6670-3728-61C32E61D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2138362"/>
            <a:ext cx="6172200" cy="2571750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88B8C410-E4EE-0D10-0473-A3CE66531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Качество ИС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это совокупность характеристик системы, определяющих ее способность удовлетворять установленные и предполагаемые потребности пользователей и бизнеса.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Это не только отсутствие ошибок, но и соответствие требованиям по: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Функциональности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Производительности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Надежности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Удобству использования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2498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F699A-561C-A6ED-F357-56CE4EC49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оценивать качество ИС?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81683B2E-583A-B2F6-B12F-F0C91CAB9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Повышение эффективности бизнеса: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Обеспечение того, что ИС поддерживает бизнес-процессы.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Управление рисками: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Выявление слабых мест и предотвращение сбоев.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Обоснование инвестиций: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Оценка ROI (окупаемости инвестиций) в ИТ.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Удовлетворенность пользователей: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Гарантия, что система удобна и полезна для конечных пользователей.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1905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68E48-D6D8-80B0-5F1F-2F1EFA2E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 каким критериям оценивать? Основные факторы качества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8A77458-5063-6EF3-9AF6-889A3ED37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Функциональная пригодность: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Полнота, корректность, соответствие требованиям.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Надежность: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Отказоустойчивость, доступность, восстанавливаемость.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Производительность: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Время отклика, пропускная способность, использование ресурсов.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Удобство использования: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Интуитивность интерфейса, легкость обучения.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Безопасность: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Конфиденциальность, целостность, аутентификация данных.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1" i="0" dirty="0" err="1">
                <a:solidFill>
                  <a:srgbClr val="0F1115"/>
                </a:solidFill>
                <a:effectLst/>
                <a:latin typeface="quote-cjk-patch"/>
              </a:rPr>
              <a:t>Сопровождаемость</a:t>
            </a:r>
            <a:r>
              <a:rPr lang="ru-RU" sz="20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quote-cjk-patch"/>
              </a:rPr>
              <a:t>Легкость анализа, изменения, тестирования и установки обновлений.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9361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1C5D9-AC71-218C-B790-C043084E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Метрики качества: от критериев к цифрам</a:t>
            </a:r>
            <a:endParaRPr lang="ru-RU" dirty="0"/>
          </a:p>
        </p:txBody>
      </p:sp>
      <p:pic>
        <p:nvPicPr>
          <p:cNvPr id="12" name="Объект 11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475F70-96FA-85CA-DF0C-30290F686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436" y="987425"/>
            <a:ext cx="5967704" cy="4873625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08B65D0D-D79D-8272-4B60-679BEE1DC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каждого критерия нужны измеримые показатели (KPI):</a:t>
            </a:r>
          </a:p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Доступность: 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Menlo"/>
              </a:rPr>
              <a:t>(Общее время - время простоя) / Общее время * 100% 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(Цель: 99.9% и выше).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Среднее время наработки на отказ (MTBF):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Сколько часов система работает без сбоев.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Среднее время восстановления (MTTR):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Сколько часов уходит на устранение сбоя.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Время отклика системы: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95-й перцентиль времени ответа на запрос (например, &lt;2 сек).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1" i="0" dirty="0">
                <a:solidFill>
                  <a:srgbClr val="0F1115"/>
                </a:solidFill>
                <a:effectLst/>
                <a:latin typeface="quote-cjk-patch"/>
              </a:rPr>
              <a:t>Удовлетворенность пользователей (CSAT):</a:t>
            </a:r>
            <a:r>
              <a:rPr lang="ru-RU" sz="1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1200" b="0" i="0" dirty="0">
                <a:solidFill>
                  <a:srgbClr val="0F1115"/>
                </a:solidFill>
                <a:effectLst/>
                <a:latin typeface="quote-cjk-patch"/>
              </a:rPr>
              <a:t>Оценка по анкетам (шкала 1-5).</a:t>
            </a:r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976350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1B84F-BE55-702F-6B39-F8F59AC4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Как проводить оценку? Методы и инструменты</a:t>
            </a:r>
            <a:endParaRPr lang="ru-RU" dirty="0"/>
          </a:p>
        </p:txBody>
      </p:sp>
      <p:pic>
        <p:nvPicPr>
          <p:cNvPr id="7" name="Объект 6" descr="Изображение выглядит как текст, снимок экрана, Шрифт, число">
            <a:extLst>
              <a:ext uri="{FF2B5EF4-FFF2-40B4-BE49-F238E27FC236}">
                <a16:creationId xmlns:a16="http://schemas.microsoft.com/office/drawing/2014/main" id="{FAF8E6CA-CB83-563D-013E-5B22B5BF5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096" y="1536700"/>
            <a:ext cx="6831807" cy="4554538"/>
          </a:xfrm>
        </p:spPr>
      </p:pic>
    </p:spTree>
    <p:extLst>
      <p:ext uri="{BB962C8B-B14F-4D97-AF65-F5344CB8AC3E}">
        <p14:creationId xmlns:p14="http://schemas.microsoft.com/office/powerpoint/2010/main" val="3115327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F60AC-6847-BE0C-9DD4-2C4F92011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Стандартизированные подходы к оценке</a:t>
            </a:r>
            <a:endParaRPr lang="ru-RU" dirty="0"/>
          </a:p>
        </p:txBody>
      </p:sp>
      <p:pic>
        <p:nvPicPr>
          <p:cNvPr id="6" name="Объект 5" descr="Изображение выглядит как текст, снимок экрана, диаграмм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701115E-67AA-9F94-895D-674BF3BC9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219880"/>
            <a:ext cx="6172200" cy="4408714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FA523D87-3E22-587B-762F-A1D8DDDFD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ISO/IEC 25010: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Международный стандарт, определяющий модель качества программного обеспечения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SQuaRE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). Заменяет ISO 9126. Включает 8 основных характеристик качества.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ITIL/COBIT: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Фреймворки для управления ИТ-сервисами, включающие процессы оценки их качества и эффективности.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GQM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Goal-Question-Metric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Методология: Определяем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-&gt; Формулируем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Вопросы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-&gt; Подбираем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Метрики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945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76984E7-9D05-D65B-3814-292CF136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Процесс оценки как непрерывный цикл</a:t>
            </a:r>
            <a:endParaRPr lang="ru-RU" dirty="0"/>
          </a:p>
        </p:txBody>
      </p:sp>
      <p:pic>
        <p:nvPicPr>
          <p:cNvPr id="8" name="Объект 7" descr="Изображение выглядит как текст, диаграмма, снимок экрана, линия">
            <a:extLst>
              <a:ext uri="{FF2B5EF4-FFF2-40B4-BE49-F238E27FC236}">
                <a16:creationId xmlns:a16="http://schemas.microsoft.com/office/drawing/2014/main" id="{65E59895-EB53-D868-9795-741CC2B3E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823" y="1536700"/>
            <a:ext cx="6376353" cy="4554538"/>
          </a:xfrm>
        </p:spPr>
      </p:pic>
    </p:spTree>
    <p:extLst>
      <p:ext uri="{BB962C8B-B14F-4D97-AF65-F5344CB8AC3E}">
        <p14:creationId xmlns:p14="http://schemas.microsoft.com/office/powerpoint/2010/main" val="827272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C6662-C5B9-C407-51E1-0592DA3A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Рекомендации для успешной оценки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2849FB-5962-8FEA-7965-E99F80C55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Оценивайте качество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регулярно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а не разово.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Связывайте ИТ-метрики с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бизнес-результатами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Учитывайте мнение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всех групп пользователей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Используйте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автоматизированные инструменты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мониторинга и сбора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Внедряйте культуру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постоянного улучшения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Continuous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Improvement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Документируйте результаты и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сравнивайте их во времени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8196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D00EC-324F-E377-9FED-6627770C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Выводы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85C16-D77F-A980-3BD9-BCC1F7D36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Качество ИС —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комплексный показатель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критичный для успеха бизнеса.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Оценка должна быть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систематической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измеряемой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непрерывной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Правильный выбор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критериев, метрик и методов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— основа для принятия эффективных ИТ-решений.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Цель — не просто контроль, а 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последующее улучшение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системы.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077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quatic and Physical Therapy Center XL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Aquatic and Physical Therapy Center XL by Slidesgo">
  <a:themeElements>
    <a:clrScheme name="Simple Light">
      <a:dk1>
        <a:srgbClr val="1A4568"/>
      </a:dk1>
      <a:lt1>
        <a:srgbClr val="FFFFFF"/>
      </a:lt1>
      <a:dk2>
        <a:srgbClr val="285E89"/>
      </a:dk2>
      <a:lt2>
        <a:srgbClr val="80C9DD"/>
      </a:lt2>
      <a:accent1>
        <a:srgbClr val="285E89"/>
      </a:accent1>
      <a:accent2>
        <a:srgbClr val="9DCEDF"/>
      </a:accent2>
      <a:accent3>
        <a:srgbClr val="EFEFEF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Aquatic and Physical Therapy Center XL by Slidesgo</Template>
  <TotalTime>93</TotalTime>
  <Words>444</Words>
  <Application>Microsoft Office PowerPoint</Application>
  <PresentationFormat>Широкоэкранный</PresentationFormat>
  <Paragraphs>55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10</vt:i4>
      </vt:variant>
    </vt:vector>
  </HeadingPairs>
  <TitlesOfParts>
    <vt:vector size="26" baseType="lpstr">
      <vt:lpstr>Anaheim</vt:lpstr>
      <vt:lpstr>Arial</vt:lpstr>
      <vt:lpstr>Fira Sans Condensed</vt:lpstr>
      <vt:lpstr>Josefin Sans</vt:lpstr>
      <vt:lpstr>Menlo</vt:lpstr>
      <vt:lpstr>Open Sans</vt:lpstr>
      <vt:lpstr>Open Sans Light</vt:lpstr>
      <vt:lpstr>Open Sans SemiBold</vt:lpstr>
      <vt:lpstr>Proxima Nova</vt:lpstr>
      <vt:lpstr>Proxima Nova Semibold</vt:lpstr>
      <vt:lpstr>quote-cjk-patch</vt:lpstr>
      <vt:lpstr>Roboto Condensed Light</vt:lpstr>
      <vt:lpstr>Aquatic and Physical Therapy Center XL by Slidesgo</vt:lpstr>
      <vt:lpstr>Slidesgo Final Pages</vt:lpstr>
      <vt:lpstr>1_Slidesgo Final Pages</vt:lpstr>
      <vt:lpstr>1_Aquatic and Physical Therapy Center XL by Slidesgo</vt:lpstr>
      <vt:lpstr>Оценка качества функционирования информационной системы</vt:lpstr>
      <vt:lpstr>Ключевое понятие: Качество Информационной Системы</vt:lpstr>
      <vt:lpstr>Зачем оценивать качество ИС?</vt:lpstr>
      <vt:lpstr>По каким критериям оценивать? Основные факторы качества</vt:lpstr>
      <vt:lpstr>Метрики качества: от критериев к цифрам</vt:lpstr>
      <vt:lpstr>Как проводить оценку? Методы и инструменты</vt:lpstr>
      <vt:lpstr>Стандартизированные подходы к оценке</vt:lpstr>
      <vt:lpstr>Процесс оценки как непрерывный цикл</vt:lpstr>
      <vt:lpstr>Рекомендации для успешной оценки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Климин</dc:creator>
  <cp:lastModifiedBy>Тимофей Климин</cp:lastModifiedBy>
  <cp:revision>1</cp:revision>
  <dcterms:created xsi:type="dcterms:W3CDTF">2026-02-02T14:07:22Z</dcterms:created>
  <dcterms:modified xsi:type="dcterms:W3CDTF">2026-02-02T15:41:16Z</dcterms:modified>
</cp:coreProperties>
</file>